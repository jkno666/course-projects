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61" r:id="rId5"/>
    <p:sldId id="262" r:id="rId6"/>
    <p:sldId id="259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D504B-CC32-D0F9-5812-CD3DDC169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867E44-782B-92BF-0866-C823EEE89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C2FE05-6231-7135-6891-504BD039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4D3DF-3BFE-EF48-0D77-B0581BEB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8991F-0F93-1479-8D32-5EC47DB7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07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629A6-6344-71AB-61BD-707C506A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327624-5F7E-05AF-B452-F05918B11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7F3EF-6948-4D78-223D-65FB8093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23146B-477E-6334-622B-448EAA42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0061DB-8607-61FB-683A-8AEA4325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69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02961-85E4-577C-C3D6-3DF7ABA3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4E9EA2-710D-5E3A-79DC-CB072E77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ED0D5-33E6-3B7A-67CE-2F80CE52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8D8483-C184-1D44-D615-CDB3647A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6E70E7-34AC-833A-7D90-6BED2488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1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48D2D-A8B9-98CD-3780-D0A78554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E852F0-30C0-0397-3C40-2CD08B0A1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C348E3-D0F4-DC02-493B-3E6D7A913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C58C41-7A0C-DAAE-8A17-A8B1074D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7BD07C-D45D-A68F-D86A-454EB390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216EF8-903C-C40C-6600-4A62FC266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18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2434B-809C-B5E2-1552-766AD2250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EBD25D-FBDE-D10B-EE7D-460F0B03B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0A0DEB-9131-9C0F-8BBC-146904760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5E5124-5674-F907-CEF5-49D37DF4FE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214D9E-BEF4-1BBB-DE54-D434B9FEA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0BD81A-1D3D-4650-9E1C-F526B9A8F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03A744-0D47-DF70-170D-1E57B9F5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947728-DF48-43EA-7923-D530E0B4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68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FD7A0-0D6A-F588-3BDF-F92862C94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189780-79BC-F1A5-4349-584924C7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02D990-358C-6F69-A3EA-1D0E8092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047849-3CA7-C0FD-A1CF-AE9FF69F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5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BE1E85-6E23-F55C-F8D8-E4A5A9FE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534B59-6669-4914-0BA5-18CDD8E1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9F7A96-7341-828A-C79C-254BDEF8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9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E229C-6BC9-B88E-1263-022776B0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A4F8EA-AC10-D5BF-14B1-3025D6A86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D35D4E-8422-8FDD-8126-C0AE3E58B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75CB0B-D103-9CBA-FF88-424414AD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14E175-807F-2989-1576-646037F7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49A086-96D5-327A-A450-0EF6F058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76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36592-7BBA-677D-FF5A-600E5A84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6EF344-386D-8CA0-4D3B-199CA4C53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CB0FF1-2BD6-0403-7596-CB003D830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F69E7A-C104-786A-76FC-1C115A853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8F8248-C52F-7916-3753-2D4BC62F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ED820F-BAC3-233B-650E-6E986CB4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02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8B6D0-AC0F-2874-9F51-C2032B97E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112FEF-C73E-5421-3547-BA98E4543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319941-E1A9-047C-454C-F4FD7AD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E4AA9A-D6C2-E2F1-EF77-B0E05086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FE4189-4A29-8A05-493E-C1436B1B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165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770B67-6F00-0DE4-48D3-707A8536A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EFBB40-4C25-2607-302C-25AEE9494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A54714-37D7-F054-6B7E-94FE6A21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E5FCAD-BB37-A5BD-A7D2-E683B775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587ED1-116C-CEF5-CA88-B6BF1FFB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742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698C00-E475-A5C5-0EEE-E01EDD9C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BA9500-C50B-D60F-55FF-15215C761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84BCBE-F798-1D4E-5672-267C20DD1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218F9-1218-4AC4-A76F-473D44AC668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D980C-4D45-2801-E9B7-3AF9CA81D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B66600-7CCB-B760-6B88-31491E475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2FF62-FEC4-4E96-AE42-A8A044DF43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79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5E2C985-39CD-2423-615D-390C5D52EDA0}"/>
              </a:ext>
            </a:extLst>
          </p:cNvPr>
          <p:cNvSpPr/>
          <p:nvPr/>
        </p:nvSpPr>
        <p:spPr>
          <a:xfrm>
            <a:off x="3657607" y="908528"/>
            <a:ext cx="3753842" cy="8410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8590C7-217A-23B1-7695-369E08367661}"/>
              </a:ext>
            </a:extLst>
          </p:cNvPr>
          <p:cNvSpPr txBox="1"/>
          <p:nvPr/>
        </p:nvSpPr>
        <p:spPr>
          <a:xfrm>
            <a:off x="3953233" y="1037639"/>
            <a:ext cx="325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轻轨环线信息查询系统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4DC885-903C-3899-9A59-5BB76A0F791C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5524214" y="1749554"/>
            <a:ext cx="10314" cy="8095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FA89959-8F2B-6E57-0ED8-E378EC462388}"/>
              </a:ext>
            </a:extLst>
          </p:cNvPr>
          <p:cNvCxnSpPr>
            <a:cxnSpLocks/>
          </p:cNvCxnSpPr>
          <p:nvPr/>
        </p:nvCxnSpPr>
        <p:spPr>
          <a:xfrm flipV="1">
            <a:off x="3471969" y="2559093"/>
            <a:ext cx="4104487" cy="640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90DA224-38DF-852B-39A9-E2C2567001D5}"/>
              </a:ext>
            </a:extLst>
          </p:cNvPr>
          <p:cNvCxnSpPr>
            <a:cxnSpLocks/>
          </p:cNvCxnSpPr>
          <p:nvPr/>
        </p:nvCxnSpPr>
        <p:spPr>
          <a:xfrm>
            <a:off x="3471969" y="2559093"/>
            <a:ext cx="0" cy="34213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3E5420F-ED1E-4A1D-6084-51F6103EFDBC}"/>
              </a:ext>
            </a:extLst>
          </p:cNvPr>
          <p:cNvCxnSpPr>
            <a:cxnSpLocks/>
          </p:cNvCxnSpPr>
          <p:nvPr/>
        </p:nvCxnSpPr>
        <p:spPr>
          <a:xfrm>
            <a:off x="5524214" y="2517933"/>
            <a:ext cx="0" cy="38329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9973894-AC95-03BA-2981-F7A3FD124AA0}"/>
              </a:ext>
            </a:extLst>
          </p:cNvPr>
          <p:cNvCxnSpPr>
            <a:cxnSpLocks/>
          </p:cNvCxnSpPr>
          <p:nvPr/>
        </p:nvCxnSpPr>
        <p:spPr>
          <a:xfrm>
            <a:off x="7576456" y="2565495"/>
            <a:ext cx="0" cy="33573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87CE036E-84F1-5214-9175-4EB86B65CA11}"/>
              </a:ext>
            </a:extLst>
          </p:cNvPr>
          <p:cNvSpPr/>
          <p:nvPr/>
        </p:nvSpPr>
        <p:spPr>
          <a:xfrm>
            <a:off x="2610357" y="2947736"/>
            <a:ext cx="1876921" cy="962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查询路线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票价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789CD8-B1B5-A2BE-1369-690DB9502B60}"/>
              </a:ext>
            </a:extLst>
          </p:cNvPr>
          <p:cNvSpPr/>
          <p:nvPr/>
        </p:nvSpPr>
        <p:spPr>
          <a:xfrm>
            <a:off x="4754200" y="2942386"/>
            <a:ext cx="1876921" cy="962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查询</a:t>
            </a:r>
            <a:endParaRPr lang="en-US" altLang="zh-CN" dirty="0"/>
          </a:p>
          <a:p>
            <a:pPr algn="ctr"/>
            <a:r>
              <a:rPr lang="zh-CN" altLang="en-US" dirty="0"/>
              <a:t>具体站点信息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B613AF-B601-EE1B-B114-742B179D2CB7}"/>
              </a:ext>
            </a:extLst>
          </p:cNvPr>
          <p:cNvSpPr/>
          <p:nvPr/>
        </p:nvSpPr>
        <p:spPr>
          <a:xfrm>
            <a:off x="6848948" y="2942385"/>
            <a:ext cx="1876921" cy="962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查询</a:t>
            </a:r>
            <a:endParaRPr lang="en-US" altLang="zh-CN" dirty="0"/>
          </a:p>
          <a:p>
            <a:pPr algn="ctr"/>
            <a:r>
              <a:rPr lang="zh-CN" altLang="en-US" dirty="0"/>
              <a:t>换乘线路信息</a:t>
            </a:r>
          </a:p>
        </p:txBody>
      </p:sp>
    </p:spTree>
    <p:extLst>
      <p:ext uri="{BB962C8B-B14F-4D97-AF65-F5344CB8AC3E}">
        <p14:creationId xmlns:p14="http://schemas.microsoft.com/office/powerpoint/2010/main" val="3180968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DF4068D-3F2B-852D-D2D3-FDD05A47ECD9}"/>
              </a:ext>
            </a:extLst>
          </p:cNvPr>
          <p:cNvSpPr/>
          <p:nvPr/>
        </p:nvSpPr>
        <p:spPr>
          <a:xfrm>
            <a:off x="5370669" y="508756"/>
            <a:ext cx="1588168" cy="838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主函数</a:t>
            </a:r>
            <a:endParaRPr lang="en-US" altLang="zh-CN" dirty="0"/>
          </a:p>
          <a:p>
            <a:pPr algn="ctr"/>
            <a:r>
              <a:rPr lang="en-US" altLang="zh-CN" dirty="0"/>
              <a:t>UI</a:t>
            </a:r>
          </a:p>
          <a:p>
            <a:pPr algn="ctr"/>
            <a:r>
              <a:rPr lang="en-US" altLang="zh-CN" dirty="0"/>
              <a:t>Start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35E08F0-FF56-841D-A07C-7BB4B2B21118}"/>
              </a:ext>
            </a:extLst>
          </p:cNvPr>
          <p:cNvCxnSpPr>
            <a:cxnSpLocks/>
          </p:cNvCxnSpPr>
          <p:nvPr/>
        </p:nvCxnSpPr>
        <p:spPr>
          <a:xfrm flipH="1">
            <a:off x="4504396" y="928142"/>
            <a:ext cx="827028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C27B665-2E07-D006-1D9D-B1C2CD2EB86A}"/>
              </a:ext>
            </a:extLst>
          </p:cNvPr>
          <p:cNvCxnSpPr>
            <a:cxnSpLocks/>
          </p:cNvCxnSpPr>
          <p:nvPr/>
        </p:nvCxnSpPr>
        <p:spPr>
          <a:xfrm>
            <a:off x="6203998" y="1375315"/>
            <a:ext cx="0" cy="91411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7F400F0-886F-749C-6DFF-91568A9C3252}"/>
              </a:ext>
            </a:extLst>
          </p:cNvPr>
          <p:cNvSpPr/>
          <p:nvPr/>
        </p:nvSpPr>
        <p:spPr>
          <a:xfrm>
            <a:off x="5370669" y="2295161"/>
            <a:ext cx="1666658" cy="7230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CHECKSINGLE</a:t>
            </a:r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018FC20-88C2-A66F-6516-CE2F8E3D56F2}"/>
              </a:ext>
            </a:extLst>
          </p:cNvPr>
          <p:cNvSpPr/>
          <p:nvPr/>
        </p:nvSpPr>
        <p:spPr>
          <a:xfrm>
            <a:off x="2789612" y="566622"/>
            <a:ext cx="1666658" cy="7230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Route</a:t>
            </a:r>
            <a:endParaRPr lang="zh-CN" altLang="en-US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9812FB8-61DA-DF0C-1708-62A39ADDA325}"/>
              </a:ext>
            </a:extLst>
          </p:cNvPr>
          <p:cNvSpPr/>
          <p:nvPr/>
        </p:nvSpPr>
        <p:spPr>
          <a:xfrm>
            <a:off x="8060014" y="541986"/>
            <a:ext cx="1666658" cy="72304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StartTransfer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DFCB5AC-B8A5-4934-2073-9A57C018840A}"/>
              </a:ext>
            </a:extLst>
          </p:cNvPr>
          <p:cNvCxnSpPr>
            <a:cxnSpLocks/>
            <a:stCxn id="2" idx="3"/>
            <a:endCxn id="22" idx="1"/>
          </p:cNvCxnSpPr>
          <p:nvPr/>
        </p:nvCxnSpPr>
        <p:spPr>
          <a:xfrm flipV="1">
            <a:off x="6958837" y="903506"/>
            <a:ext cx="1101177" cy="2463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35E08F0-FF56-841D-A07C-7BB4B2B2111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622941" y="1289662"/>
            <a:ext cx="0" cy="99976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93F332E-DE7E-D9FF-98D3-7EA24CD7B31C}"/>
              </a:ext>
            </a:extLst>
          </p:cNvPr>
          <p:cNvCxnSpPr>
            <a:cxnSpLocks/>
          </p:cNvCxnSpPr>
          <p:nvPr/>
        </p:nvCxnSpPr>
        <p:spPr>
          <a:xfrm flipH="1">
            <a:off x="1962584" y="854806"/>
            <a:ext cx="827028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9E46566-B7A9-39C1-985D-6EC660A64EF5}"/>
              </a:ext>
            </a:extLst>
          </p:cNvPr>
          <p:cNvCxnSpPr>
            <a:cxnSpLocks/>
          </p:cNvCxnSpPr>
          <p:nvPr/>
        </p:nvCxnSpPr>
        <p:spPr>
          <a:xfrm flipH="1">
            <a:off x="1962584" y="1162471"/>
            <a:ext cx="827028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B314A98-B653-780E-E922-C049E128CD32}"/>
              </a:ext>
            </a:extLst>
          </p:cNvPr>
          <p:cNvCxnSpPr>
            <a:cxnSpLocks/>
          </p:cNvCxnSpPr>
          <p:nvPr/>
        </p:nvCxnSpPr>
        <p:spPr>
          <a:xfrm>
            <a:off x="6203998" y="3018201"/>
            <a:ext cx="0" cy="63251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C7007E6-2872-F572-9493-B14175D581F5}"/>
              </a:ext>
            </a:extLst>
          </p:cNvPr>
          <p:cNvCxnSpPr>
            <a:cxnSpLocks/>
          </p:cNvCxnSpPr>
          <p:nvPr/>
        </p:nvCxnSpPr>
        <p:spPr>
          <a:xfrm flipH="1">
            <a:off x="5726028" y="4351418"/>
            <a:ext cx="1004" cy="94763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46D8F1C-052B-EB1C-314D-FDB8EB624E1D}"/>
              </a:ext>
            </a:extLst>
          </p:cNvPr>
          <p:cNvCxnSpPr>
            <a:cxnSpLocks/>
          </p:cNvCxnSpPr>
          <p:nvPr/>
        </p:nvCxnSpPr>
        <p:spPr>
          <a:xfrm>
            <a:off x="6514242" y="4402696"/>
            <a:ext cx="0" cy="84507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24E40B5-2694-2585-A8A9-CEFE8F3D2237}"/>
              </a:ext>
            </a:extLst>
          </p:cNvPr>
          <p:cNvCxnSpPr>
            <a:cxnSpLocks/>
          </p:cNvCxnSpPr>
          <p:nvPr/>
        </p:nvCxnSpPr>
        <p:spPr>
          <a:xfrm>
            <a:off x="8835191" y="1265026"/>
            <a:ext cx="0" cy="102440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F9294E2-19D2-7F6D-65FF-60F813440D39}"/>
              </a:ext>
            </a:extLst>
          </p:cNvPr>
          <p:cNvSpPr/>
          <p:nvPr/>
        </p:nvSpPr>
        <p:spPr>
          <a:xfrm>
            <a:off x="2789612" y="2295161"/>
            <a:ext cx="1666658" cy="7230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Fare</a:t>
            </a:r>
            <a:endParaRPr lang="zh-CN" altLang="en-US" dirty="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018FC20-88C2-A66F-6516-CE2F8E3D56F2}"/>
              </a:ext>
            </a:extLst>
          </p:cNvPr>
          <p:cNvSpPr/>
          <p:nvPr/>
        </p:nvSpPr>
        <p:spPr>
          <a:xfrm rot="5400000">
            <a:off x="-198802" y="1013795"/>
            <a:ext cx="1666658" cy="7230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Transfer</a:t>
            </a:r>
            <a:endParaRPr lang="zh-CN" altLang="en-US" dirty="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033181A-16F3-4EDA-A3AD-D20CD145576F}"/>
              </a:ext>
            </a:extLst>
          </p:cNvPr>
          <p:cNvSpPr/>
          <p:nvPr/>
        </p:nvSpPr>
        <p:spPr>
          <a:xfrm rot="5400000">
            <a:off x="697980" y="1013795"/>
            <a:ext cx="1666658" cy="7230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Express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0B12D1E-41C3-871E-ABA9-FD1D665D5F53}"/>
              </a:ext>
            </a:extLst>
          </p:cNvPr>
          <p:cNvSpPr/>
          <p:nvPr/>
        </p:nvSpPr>
        <p:spPr>
          <a:xfrm>
            <a:off x="5370669" y="3671919"/>
            <a:ext cx="1666658" cy="7230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Info</a:t>
            </a:r>
            <a:endParaRPr lang="zh-CN" altLang="en-US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F0DCA61D-6EDC-3ED7-0268-77FE696B642B}"/>
              </a:ext>
            </a:extLst>
          </p:cNvPr>
          <p:cNvSpPr/>
          <p:nvPr/>
        </p:nvSpPr>
        <p:spPr>
          <a:xfrm>
            <a:off x="4487205" y="5299050"/>
            <a:ext cx="1588169" cy="62048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Express</a:t>
            </a:r>
            <a:endParaRPr lang="zh-CN" altLang="en-US" dirty="0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362DCFA-F990-9D63-159F-9CA45C4791B6}"/>
              </a:ext>
            </a:extLst>
          </p:cNvPr>
          <p:cNvSpPr/>
          <p:nvPr/>
        </p:nvSpPr>
        <p:spPr>
          <a:xfrm>
            <a:off x="6125507" y="5247769"/>
            <a:ext cx="1587165" cy="7230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Transfer</a:t>
            </a:r>
            <a:endParaRPr lang="zh-CN" altLang="en-US" dirty="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F0336E18-B6A9-D2C9-E8D9-E26EADAACC54}"/>
              </a:ext>
            </a:extLst>
          </p:cNvPr>
          <p:cNvSpPr/>
          <p:nvPr/>
        </p:nvSpPr>
        <p:spPr>
          <a:xfrm>
            <a:off x="8060014" y="2289431"/>
            <a:ext cx="1666658" cy="67219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CHECK</a:t>
            </a:r>
            <a:endParaRPr lang="zh-CN" altLang="en-US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66F7E89A-B263-7BB0-9558-862B837F2E9E}"/>
              </a:ext>
            </a:extLst>
          </p:cNvPr>
          <p:cNvCxnSpPr>
            <a:cxnSpLocks/>
          </p:cNvCxnSpPr>
          <p:nvPr/>
        </p:nvCxnSpPr>
        <p:spPr>
          <a:xfrm>
            <a:off x="8403200" y="2961623"/>
            <a:ext cx="0" cy="102440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C24E40B5-2694-2585-A8A9-CEFE8F3D2237}"/>
              </a:ext>
            </a:extLst>
          </p:cNvPr>
          <p:cNvCxnSpPr>
            <a:cxnSpLocks/>
          </p:cNvCxnSpPr>
          <p:nvPr/>
        </p:nvCxnSpPr>
        <p:spPr>
          <a:xfrm>
            <a:off x="9327913" y="2961622"/>
            <a:ext cx="0" cy="102440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430E26E3-A2F4-A545-B3B9-1DE0E10DA00A}"/>
              </a:ext>
            </a:extLst>
          </p:cNvPr>
          <p:cNvSpPr/>
          <p:nvPr/>
        </p:nvSpPr>
        <p:spPr>
          <a:xfrm>
            <a:off x="9082701" y="3975135"/>
            <a:ext cx="1666658" cy="67219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MultiTra</a:t>
            </a:r>
            <a:endParaRPr lang="zh-CN" altLang="en-US" dirty="0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A591D72D-3629-5843-DBE3-491B929DCA52}"/>
              </a:ext>
            </a:extLst>
          </p:cNvPr>
          <p:cNvSpPr/>
          <p:nvPr/>
        </p:nvSpPr>
        <p:spPr>
          <a:xfrm>
            <a:off x="7226685" y="3975135"/>
            <a:ext cx="1666658" cy="67219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SingleTra</a:t>
            </a:r>
            <a:endParaRPr lang="zh-CN" altLang="en-US" dirty="0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BA190643-22BF-E13C-0CDD-A1F493E567F6}"/>
              </a:ext>
            </a:extLst>
          </p:cNvPr>
          <p:cNvSpPr/>
          <p:nvPr/>
        </p:nvSpPr>
        <p:spPr>
          <a:xfrm>
            <a:off x="8060014" y="5308626"/>
            <a:ext cx="1754026" cy="67219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PRINT</a:t>
            </a:r>
            <a:endParaRPr lang="zh-CN" altLang="en-US" dirty="0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B28CD67-251A-807F-C371-C113F58E460A}"/>
              </a:ext>
            </a:extLst>
          </p:cNvPr>
          <p:cNvCxnSpPr>
            <a:cxnSpLocks/>
          </p:cNvCxnSpPr>
          <p:nvPr/>
        </p:nvCxnSpPr>
        <p:spPr>
          <a:xfrm>
            <a:off x="8403200" y="4647327"/>
            <a:ext cx="0" cy="65172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1D2E1C2-E254-1811-5536-CD918215AAC3}"/>
              </a:ext>
            </a:extLst>
          </p:cNvPr>
          <p:cNvCxnSpPr>
            <a:cxnSpLocks/>
          </p:cNvCxnSpPr>
          <p:nvPr/>
        </p:nvCxnSpPr>
        <p:spPr>
          <a:xfrm>
            <a:off x="9327913" y="4673184"/>
            <a:ext cx="0" cy="62586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47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E2C985-39CD-2423-615D-390C5D52EDA0}"/>
              </a:ext>
            </a:extLst>
          </p:cNvPr>
          <p:cNvSpPr/>
          <p:nvPr/>
        </p:nvSpPr>
        <p:spPr>
          <a:xfrm>
            <a:off x="4534758" y="198378"/>
            <a:ext cx="1767430" cy="599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主函数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74A5373-9D2D-8581-A875-E53083460D55}"/>
              </a:ext>
            </a:extLst>
          </p:cNvPr>
          <p:cNvCxnSpPr>
            <a:cxnSpLocks/>
          </p:cNvCxnSpPr>
          <p:nvPr/>
        </p:nvCxnSpPr>
        <p:spPr>
          <a:xfrm>
            <a:off x="5418473" y="797800"/>
            <a:ext cx="0" cy="49095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菱形 9">
            <a:extLst>
              <a:ext uri="{FF2B5EF4-FFF2-40B4-BE49-F238E27FC236}">
                <a16:creationId xmlns:a16="http://schemas.microsoft.com/office/drawing/2014/main" id="{9A94F6E6-F146-4FBE-8056-FCEC465C66BA}"/>
              </a:ext>
            </a:extLst>
          </p:cNvPr>
          <p:cNvSpPr/>
          <p:nvPr/>
        </p:nvSpPr>
        <p:spPr>
          <a:xfrm>
            <a:off x="4661851" y="3969561"/>
            <a:ext cx="1597064" cy="127749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用户选择？</a:t>
            </a: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64B8DB45-00EB-24EF-700E-EDF40350391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87948" y="2006406"/>
            <a:ext cx="3446810" cy="2547829"/>
          </a:xfrm>
          <a:prstGeom prst="bentConnector3">
            <a:avLst>
              <a:gd name="adj1" fmla="val 100066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15C502C1-2AD4-B983-A56F-A36408C8EA25}"/>
              </a:ext>
            </a:extLst>
          </p:cNvPr>
          <p:cNvSpPr/>
          <p:nvPr/>
        </p:nvSpPr>
        <p:spPr>
          <a:xfrm>
            <a:off x="546184" y="4554235"/>
            <a:ext cx="1320232" cy="44405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报错退出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136785-6DEA-C3F6-6703-AE86A0DF7CB2}"/>
              </a:ext>
            </a:extLst>
          </p:cNvPr>
          <p:cNvSpPr txBox="1"/>
          <p:nvPr/>
        </p:nvSpPr>
        <p:spPr>
          <a:xfrm>
            <a:off x="2450420" y="1637074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A52684F-6EB8-6AC1-7083-FEA2757A230F}"/>
              </a:ext>
            </a:extLst>
          </p:cNvPr>
          <p:cNvCxnSpPr>
            <a:cxnSpLocks/>
          </p:cNvCxnSpPr>
          <p:nvPr/>
        </p:nvCxnSpPr>
        <p:spPr>
          <a:xfrm>
            <a:off x="5418473" y="2680810"/>
            <a:ext cx="0" cy="49095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3AFEE3A0-4DDE-7098-A443-CDB50A73D3CA}"/>
              </a:ext>
            </a:extLst>
          </p:cNvPr>
          <p:cNvSpPr/>
          <p:nvPr/>
        </p:nvSpPr>
        <p:spPr>
          <a:xfrm>
            <a:off x="4450931" y="3171763"/>
            <a:ext cx="1935079" cy="388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UI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637D97-8173-EDFC-1341-B14A664C64DD}"/>
              </a:ext>
            </a:extLst>
          </p:cNvPr>
          <p:cNvSpPr txBox="1"/>
          <p:nvPr/>
        </p:nvSpPr>
        <p:spPr>
          <a:xfrm>
            <a:off x="4372130" y="2770420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18" name="菱形 17">
            <a:extLst>
              <a:ext uri="{FF2B5EF4-FFF2-40B4-BE49-F238E27FC236}">
                <a16:creationId xmlns:a16="http://schemas.microsoft.com/office/drawing/2014/main" id="{51B53DF6-7E50-F3FF-BD37-3B8D90218B4D}"/>
              </a:ext>
            </a:extLst>
          </p:cNvPr>
          <p:cNvSpPr/>
          <p:nvPr/>
        </p:nvSpPr>
        <p:spPr>
          <a:xfrm>
            <a:off x="4534761" y="1245504"/>
            <a:ext cx="1767427" cy="143530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初始化成功？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Start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70F3480-95E5-D5C6-D63A-6BBDF2D8E5EF}"/>
              </a:ext>
            </a:extLst>
          </p:cNvPr>
          <p:cNvCxnSpPr>
            <a:cxnSpLocks/>
          </p:cNvCxnSpPr>
          <p:nvPr/>
        </p:nvCxnSpPr>
        <p:spPr>
          <a:xfrm>
            <a:off x="5460383" y="3478608"/>
            <a:ext cx="0" cy="49095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CBFB9257-5BD6-636C-A8EA-0373E1D9946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40084" y="4624778"/>
            <a:ext cx="1521767" cy="420410"/>
          </a:xfrm>
          <a:prstGeom prst="bentConnector3">
            <a:avLst>
              <a:gd name="adj1" fmla="val 99603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46606D8C-6AFF-E33E-D754-5FE85A76F391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6258915" y="4608310"/>
            <a:ext cx="4856476" cy="1214307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6039C4EA-1EFA-833E-38EC-A9F0E0811A2C}"/>
              </a:ext>
            </a:extLst>
          </p:cNvPr>
          <p:cNvSpPr/>
          <p:nvPr/>
        </p:nvSpPr>
        <p:spPr>
          <a:xfrm>
            <a:off x="2316814" y="5054773"/>
            <a:ext cx="1666658" cy="7230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Route</a:t>
            </a:r>
            <a:endParaRPr lang="zh-CN" altLang="en-US" dirty="0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0B12D1E-41C3-871E-ABA9-FD1D665D5F53}"/>
              </a:ext>
            </a:extLst>
          </p:cNvPr>
          <p:cNvSpPr/>
          <p:nvPr/>
        </p:nvSpPr>
        <p:spPr>
          <a:xfrm>
            <a:off x="4635530" y="6060200"/>
            <a:ext cx="1666658" cy="7230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CHECKSINGLE</a:t>
            </a:r>
            <a:endParaRPr lang="zh-CN" altLang="en-US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E22C2BEB-7ED7-6DD9-2DEA-4676E6C17928}"/>
              </a:ext>
            </a:extLst>
          </p:cNvPr>
          <p:cNvSpPr/>
          <p:nvPr/>
        </p:nvSpPr>
        <p:spPr>
          <a:xfrm>
            <a:off x="6778907" y="5105621"/>
            <a:ext cx="1666658" cy="67219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CHECK</a:t>
            </a:r>
            <a:endParaRPr lang="zh-CN" altLang="en-US" dirty="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5712749-5718-C4EA-D43A-9DE08DF666BA}"/>
              </a:ext>
            </a:extLst>
          </p:cNvPr>
          <p:cNvSpPr/>
          <p:nvPr/>
        </p:nvSpPr>
        <p:spPr>
          <a:xfrm>
            <a:off x="10282062" y="5822617"/>
            <a:ext cx="1666658" cy="672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C53D2D3-E85D-A317-3D5D-AC0AB33F5294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5460383" y="5196240"/>
            <a:ext cx="8476" cy="86396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70F3480-95E5-D5C6-D63A-6BBDF2D8E5EF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7612236" y="4624778"/>
            <a:ext cx="0" cy="48084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2">
            <a:extLst>
              <a:ext uri="{FF2B5EF4-FFF2-40B4-BE49-F238E27FC236}">
                <a16:creationId xmlns:a16="http://schemas.microsoft.com/office/drawing/2014/main" id="{5C136785-6DEA-C3F6-6703-AE86A0DF7CB2}"/>
              </a:ext>
            </a:extLst>
          </p:cNvPr>
          <p:cNvSpPr txBox="1"/>
          <p:nvPr/>
        </p:nvSpPr>
        <p:spPr>
          <a:xfrm>
            <a:off x="3537373" y="4138331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5C136785-6DEA-C3F6-6703-AE86A0DF7CB2}"/>
              </a:ext>
            </a:extLst>
          </p:cNvPr>
          <p:cNvSpPr txBox="1"/>
          <p:nvPr/>
        </p:nvSpPr>
        <p:spPr>
          <a:xfrm>
            <a:off x="4534758" y="5346128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5C136785-6DEA-C3F6-6703-AE86A0DF7CB2}"/>
              </a:ext>
            </a:extLst>
          </p:cNvPr>
          <p:cNvSpPr txBox="1"/>
          <p:nvPr/>
        </p:nvSpPr>
        <p:spPr>
          <a:xfrm>
            <a:off x="6647008" y="4650317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8" name="文本框 12">
            <a:extLst>
              <a:ext uri="{FF2B5EF4-FFF2-40B4-BE49-F238E27FC236}">
                <a16:creationId xmlns:a16="http://schemas.microsoft.com/office/drawing/2014/main" id="{5C136785-6DEA-C3F6-6703-AE86A0DF7CB2}"/>
              </a:ext>
            </a:extLst>
          </p:cNvPr>
          <p:cNvSpPr txBox="1"/>
          <p:nvPr/>
        </p:nvSpPr>
        <p:spPr>
          <a:xfrm>
            <a:off x="9054350" y="4238978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其他</a:t>
            </a:r>
          </a:p>
        </p:txBody>
      </p:sp>
    </p:spTree>
    <p:extLst>
      <p:ext uri="{BB962C8B-B14F-4D97-AF65-F5344CB8AC3E}">
        <p14:creationId xmlns:p14="http://schemas.microsoft.com/office/powerpoint/2010/main" val="267782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EEB19F5-6BBF-1113-D5EE-18CA9D5A5892}"/>
              </a:ext>
            </a:extLst>
          </p:cNvPr>
          <p:cNvSpPr/>
          <p:nvPr/>
        </p:nvSpPr>
        <p:spPr>
          <a:xfrm>
            <a:off x="4042611" y="111158"/>
            <a:ext cx="3155711" cy="844493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Express</a:t>
            </a:r>
            <a:r>
              <a:rPr lang="zh-CN" altLang="en-US" sz="1600" dirty="0"/>
              <a:t>函数接收车站名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0E12DEF-35AF-5E67-FC70-2658E0C96578}"/>
              </a:ext>
            </a:extLst>
          </p:cNvPr>
          <p:cNvCxnSpPr>
            <a:cxnSpLocks/>
          </p:cNvCxnSpPr>
          <p:nvPr/>
        </p:nvCxnSpPr>
        <p:spPr>
          <a:xfrm>
            <a:off x="5588430" y="2597674"/>
            <a:ext cx="0" cy="4274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8CA673D-86EC-DBF2-FC61-028C13A807CE}"/>
              </a:ext>
            </a:extLst>
          </p:cNvPr>
          <p:cNvCxnSpPr>
            <a:cxnSpLocks/>
          </p:cNvCxnSpPr>
          <p:nvPr/>
        </p:nvCxnSpPr>
        <p:spPr>
          <a:xfrm>
            <a:off x="5588431" y="894920"/>
            <a:ext cx="0" cy="6657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菱形 5">
            <a:extLst>
              <a:ext uri="{FF2B5EF4-FFF2-40B4-BE49-F238E27FC236}">
                <a16:creationId xmlns:a16="http://schemas.microsoft.com/office/drawing/2014/main" id="{A542446F-DCB7-8603-AABF-F4D3533498EA}"/>
              </a:ext>
            </a:extLst>
          </p:cNvPr>
          <p:cNvSpPr/>
          <p:nvPr/>
        </p:nvSpPr>
        <p:spPr>
          <a:xfrm>
            <a:off x="4636217" y="1560668"/>
            <a:ext cx="1904427" cy="1037006"/>
          </a:xfrm>
          <a:prstGeom prst="diamon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起终点是否均停直快？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659D68F6-1920-872C-3F6E-B536FA201E91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1189407" y="2079170"/>
            <a:ext cx="3446810" cy="2547829"/>
          </a:xfrm>
          <a:prstGeom prst="bentConnector3">
            <a:avLst>
              <a:gd name="adj1" fmla="val 10006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D7926784-DA5A-BCE9-7434-31855DFC0621}"/>
              </a:ext>
            </a:extLst>
          </p:cNvPr>
          <p:cNvSpPr/>
          <p:nvPr/>
        </p:nvSpPr>
        <p:spPr>
          <a:xfrm>
            <a:off x="213130" y="4627002"/>
            <a:ext cx="2021305" cy="969975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输出普通车</a:t>
            </a:r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080813E5-B024-7E49-5340-B01756F2EE28}"/>
              </a:ext>
            </a:extLst>
          </p:cNvPr>
          <p:cNvSpPr/>
          <p:nvPr/>
        </p:nvSpPr>
        <p:spPr>
          <a:xfrm>
            <a:off x="4616760" y="3025083"/>
            <a:ext cx="1991465" cy="518502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输出普通</a:t>
            </a:r>
            <a:r>
              <a:rPr lang="en-US" altLang="zh-CN" dirty="0"/>
              <a:t>/</a:t>
            </a:r>
            <a:r>
              <a:rPr lang="zh-CN" altLang="en-US" dirty="0"/>
              <a:t>直快车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663743-43A3-2263-4C1D-EDE7BA8433F3}"/>
              </a:ext>
            </a:extLst>
          </p:cNvPr>
          <p:cNvCxnSpPr>
            <a:cxnSpLocks/>
          </p:cNvCxnSpPr>
          <p:nvPr/>
        </p:nvCxnSpPr>
        <p:spPr>
          <a:xfrm>
            <a:off x="5615979" y="3543585"/>
            <a:ext cx="0" cy="3821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0E12DEF-35AF-5E67-FC70-2658E0C96578}"/>
              </a:ext>
            </a:extLst>
          </p:cNvPr>
          <p:cNvCxnSpPr>
            <a:cxnSpLocks/>
          </p:cNvCxnSpPr>
          <p:nvPr/>
        </p:nvCxnSpPr>
        <p:spPr>
          <a:xfrm>
            <a:off x="5620466" y="4833258"/>
            <a:ext cx="0" cy="4751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菱形 22">
            <a:extLst>
              <a:ext uri="{FF2B5EF4-FFF2-40B4-BE49-F238E27FC236}">
                <a16:creationId xmlns:a16="http://schemas.microsoft.com/office/drawing/2014/main" id="{038B971C-E73F-1931-802D-9D74352A1E8D}"/>
              </a:ext>
            </a:extLst>
          </p:cNvPr>
          <p:cNvSpPr/>
          <p:nvPr/>
        </p:nvSpPr>
        <p:spPr>
          <a:xfrm>
            <a:off x="4660278" y="3925732"/>
            <a:ext cx="1904427" cy="907526"/>
          </a:xfrm>
          <a:prstGeom prst="diamon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编号起点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终点？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2C10656-6B8D-7042-BC47-56AB71E6213A}"/>
              </a:ext>
            </a:extLst>
          </p:cNvPr>
          <p:cNvCxnSpPr>
            <a:cxnSpLocks/>
          </p:cNvCxnSpPr>
          <p:nvPr/>
        </p:nvCxnSpPr>
        <p:spPr>
          <a:xfrm>
            <a:off x="6540644" y="4383371"/>
            <a:ext cx="9484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平行四边形 29">
            <a:extLst>
              <a:ext uri="{FF2B5EF4-FFF2-40B4-BE49-F238E27FC236}">
                <a16:creationId xmlns:a16="http://schemas.microsoft.com/office/drawing/2014/main" id="{258469E6-0AF0-B008-247E-4221DA56417D}"/>
              </a:ext>
            </a:extLst>
          </p:cNvPr>
          <p:cNvSpPr/>
          <p:nvPr/>
        </p:nvSpPr>
        <p:spPr>
          <a:xfrm>
            <a:off x="4624733" y="5313661"/>
            <a:ext cx="2021305" cy="475170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输出唐家沱方向全部直快站</a:t>
            </a:r>
          </a:p>
        </p:txBody>
      </p:sp>
      <p:sp>
        <p:nvSpPr>
          <p:cNvPr id="31" name="平行四边形 30">
            <a:extLst>
              <a:ext uri="{FF2B5EF4-FFF2-40B4-BE49-F238E27FC236}">
                <a16:creationId xmlns:a16="http://schemas.microsoft.com/office/drawing/2014/main" id="{258469E6-0AF0-B008-247E-4221DA56417D}"/>
              </a:ext>
            </a:extLst>
          </p:cNvPr>
          <p:cNvSpPr/>
          <p:nvPr/>
        </p:nvSpPr>
        <p:spPr>
          <a:xfrm>
            <a:off x="7489047" y="4151829"/>
            <a:ext cx="2021305" cy="475170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输出跳蹬方向</a:t>
            </a:r>
            <a:endParaRPr lang="en-US" altLang="zh-CN" sz="1400" dirty="0"/>
          </a:p>
          <a:p>
            <a:pPr algn="ctr"/>
            <a:r>
              <a:rPr lang="zh-CN" altLang="en-US" sz="1400" dirty="0"/>
              <a:t>全部直快站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1E2AD1F-1C69-6354-0D17-ECE507A2E6F7}"/>
              </a:ext>
            </a:extLst>
          </p:cNvPr>
          <p:cNvSpPr txBox="1"/>
          <p:nvPr/>
        </p:nvSpPr>
        <p:spPr>
          <a:xfrm>
            <a:off x="2308326" y="1635253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1E9546-FF08-01DA-6F41-97A59FF8062F}"/>
              </a:ext>
            </a:extLst>
          </p:cNvPr>
          <p:cNvSpPr txBox="1"/>
          <p:nvPr/>
        </p:nvSpPr>
        <p:spPr>
          <a:xfrm>
            <a:off x="5246823" y="4856021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01E2AD1F-1C69-6354-0D17-ECE507A2E6F7}"/>
              </a:ext>
            </a:extLst>
          </p:cNvPr>
          <p:cNvSpPr txBox="1"/>
          <p:nvPr/>
        </p:nvSpPr>
        <p:spPr>
          <a:xfrm>
            <a:off x="6356819" y="4003554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6783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26303886-2CC4-4A04-CCCB-FBA515B22ADD}"/>
              </a:ext>
            </a:extLst>
          </p:cNvPr>
          <p:cNvSpPr/>
          <p:nvPr/>
        </p:nvSpPr>
        <p:spPr>
          <a:xfrm>
            <a:off x="4042611" y="111158"/>
            <a:ext cx="3155711" cy="844493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Transfer</a:t>
            </a:r>
            <a:r>
              <a:rPr lang="zh-CN" altLang="en-US" sz="1600" dirty="0"/>
              <a:t>函数接收车站名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792D7CC-4AD5-A524-FA6A-D1D771611472}"/>
              </a:ext>
            </a:extLst>
          </p:cNvPr>
          <p:cNvCxnSpPr>
            <a:cxnSpLocks/>
          </p:cNvCxnSpPr>
          <p:nvPr/>
        </p:nvCxnSpPr>
        <p:spPr>
          <a:xfrm>
            <a:off x="5588431" y="894920"/>
            <a:ext cx="0" cy="6657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菱形 3">
            <a:extLst>
              <a:ext uri="{FF2B5EF4-FFF2-40B4-BE49-F238E27FC236}">
                <a16:creationId xmlns:a16="http://schemas.microsoft.com/office/drawing/2014/main" id="{C575A1C3-0AAF-8AD7-2745-4B60E6E6F3A2}"/>
              </a:ext>
            </a:extLst>
          </p:cNvPr>
          <p:cNvSpPr/>
          <p:nvPr/>
        </p:nvSpPr>
        <p:spPr>
          <a:xfrm>
            <a:off x="4636217" y="1560668"/>
            <a:ext cx="1904427" cy="1037006"/>
          </a:xfrm>
          <a:prstGeom prst="diamon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是否为换乘站？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587CB8E-1985-3780-EEB9-15EAA2512F56}"/>
              </a:ext>
            </a:extLst>
          </p:cNvPr>
          <p:cNvCxnSpPr>
            <a:cxnSpLocks/>
          </p:cNvCxnSpPr>
          <p:nvPr/>
        </p:nvCxnSpPr>
        <p:spPr>
          <a:xfrm>
            <a:off x="5588430" y="2560628"/>
            <a:ext cx="0" cy="13211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231A25E2-E35B-FA6D-DEB4-C3AD3A1182CF}"/>
              </a:ext>
            </a:extLst>
          </p:cNvPr>
          <p:cNvSpPr/>
          <p:nvPr/>
        </p:nvSpPr>
        <p:spPr>
          <a:xfrm>
            <a:off x="4656673" y="3881799"/>
            <a:ext cx="1999469" cy="715794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输出换乘信息</a:t>
            </a: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BA612826-D107-CD93-FB80-EE73CC1D1D18}"/>
              </a:ext>
            </a:extLst>
          </p:cNvPr>
          <p:cNvCxnSpPr>
            <a:stCxn id="4" idx="1"/>
          </p:cNvCxnSpPr>
          <p:nvPr/>
        </p:nvCxnSpPr>
        <p:spPr>
          <a:xfrm rot="10800000" flipV="1">
            <a:off x="3043909" y="2079171"/>
            <a:ext cx="1592308" cy="178926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21CDAEE-0E2C-6826-58B9-CC4D2F521CA9}"/>
              </a:ext>
            </a:extLst>
          </p:cNvPr>
          <p:cNvSpPr/>
          <p:nvPr/>
        </p:nvSpPr>
        <p:spPr>
          <a:xfrm>
            <a:off x="2436354" y="3881799"/>
            <a:ext cx="1215108" cy="71579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继续执行原函数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FC4221-5527-B98F-E867-E2FF3895B862}"/>
              </a:ext>
            </a:extLst>
          </p:cNvPr>
          <p:cNvSpPr txBox="1"/>
          <p:nvPr/>
        </p:nvSpPr>
        <p:spPr>
          <a:xfrm>
            <a:off x="3302506" y="1635254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16" name="文本框 31">
            <a:extLst>
              <a:ext uri="{FF2B5EF4-FFF2-40B4-BE49-F238E27FC236}">
                <a16:creationId xmlns:a16="http://schemas.microsoft.com/office/drawing/2014/main" id="{01E2AD1F-1C69-6354-0D17-ECE507A2E6F7}"/>
              </a:ext>
            </a:extLst>
          </p:cNvPr>
          <p:cNvSpPr txBox="1"/>
          <p:nvPr/>
        </p:nvSpPr>
        <p:spPr>
          <a:xfrm>
            <a:off x="4636217" y="2844793"/>
            <a:ext cx="120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549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58BAEC8-0538-E312-6D69-EDF1C1DEC3A1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367279" y="508764"/>
            <a:ext cx="0" cy="68866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980133B-617B-F0ED-440B-30B27E8C070B}"/>
              </a:ext>
            </a:extLst>
          </p:cNvPr>
          <p:cNvCxnSpPr>
            <a:cxnSpLocks/>
          </p:cNvCxnSpPr>
          <p:nvPr/>
        </p:nvCxnSpPr>
        <p:spPr>
          <a:xfrm>
            <a:off x="1771650" y="5161456"/>
            <a:ext cx="3302239" cy="2419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DC52D75-EEEE-6891-58FB-916F96A410DC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9764669" y="3571340"/>
            <a:ext cx="0" cy="126166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4FDA5DC-7346-1930-2EED-81BEDC8E14B6}"/>
              </a:ext>
            </a:extLst>
          </p:cNvPr>
          <p:cNvCxnSpPr>
            <a:cxnSpLocks/>
            <a:stCxn id="29" idx="1"/>
            <a:endCxn id="42" idx="3"/>
          </p:cNvCxnSpPr>
          <p:nvPr/>
        </p:nvCxnSpPr>
        <p:spPr>
          <a:xfrm flipH="1" flipV="1">
            <a:off x="3722844" y="2540793"/>
            <a:ext cx="871884" cy="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914EB05-7EA2-3298-EB96-65642307763A}"/>
              </a:ext>
            </a:extLst>
          </p:cNvPr>
          <p:cNvCxnSpPr>
            <a:cxnSpLocks/>
          </p:cNvCxnSpPr>
          <p:nvPr/>
        </p:nvCxnSpPr>
        <p:spPr>
          <a:xfrm>
            <a:off x="7827232" y="2853614"/>
            <a:ext cx="0" cy="362103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4EB7605-8277-E057-1BB4-0CA71C164701}"/>
              </a:ext>
            </a:extLst>
          </p:cNvPr>
          <p:cNvCxnSpPr>
            <a:cxnSpLocks/>
          </p:cNvCxnSpPr>
          <p:nvPr/>
        </p:nvCxnSpPr>
        <p:spPr>
          <a:xfrm flipH="1">
            <a:off x="5837035" y="5168401"/>
            <a:ext cx="3310299" cy="1725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CB247B0-10FF-65EF-D1B2-803670185A77}"/>
              </a:ext>
            </a:extLst>
          </p:cNvPr>
          <p:cNvCxnSpPr>
            <a:cxnSpLocks/>
          </p:cNvCxnSpPr>
          <p:nvPr/>
        </p:nvCxnSpPr>
        <p:spPr>
          <a:xfrm>
            <a:off x="1640791" y="3992120"/>
            <a:ext cx="3433098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B092110-E205-6249-B9A6-DC9AEDED682F}"/>
              </a:ext>
            </a:extLst>
          </p:cNvPr>
          <p:cNvCxnSpPr>
            <a:cxnSpLocks/>
          </p:cNvCxnSpPr>
          <p:nvPr/>
        </p:nvCxnSpPr>
        <p:spPr>
          <a:xfrm>
            <a:off x="1020188" y="4228241"/>
            <a:ext cx="0" cy="62564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0658CDE-4800-C565-0AD1-DBB9CFD88517}"/>
              </a:ext>
            </a:extLst>
          </p:cNvPr>
          <p:cNvCxnSpPr>
            <a:cxnSpLocks/>
          </p:cNvCxnSpPr>
          <p:nvPr/>
        </p:nvCxnSpPr>
        <p:spPr>
          <a:xfrm>
            <a:off x="5391659" y="1823072"/>
            <a:ext cx="0" cy="35072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C8E7489-3EF6-2448-127B-241331142C37}"/>
              </a:ext>
            </a:extLst>
          </p:cNvPr>
          <p:cNvCxnSpPr>
            <a:cxnSpLocks/>
          </p:cNvCxnSpPr>
          <p:nvPr/>
        </p:nvCxnSpPr>
        <p:spPr>
          <a:xfrm>
            <a:off x="6096000" y="2540793"/>
            <a:ext cx="990564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2D76D573-86B3-3B14-8872-C1E50C8F1E52}"/>
              </a:ext>
            </a:extLst>
          </p:cNvPr>
          <p:cNvSpPr/>
          <p:nvPr/>
        </p:nvSpPr>
        <p:spPr>
          <a:xfrm>
            <a:off x="4488757" y="140692"/>
            <a:ext cx="1831894" cy="545309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用户输入起点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终点</a:t>
            </a:r>
          </a:p>
        </p:txBody>
      </p:sp>
      <p:sp>
        <p:nvSpPr>
          <p:cNvPr id="20" name="菱形 19">
            <a:extLst>
              <a:ext uri="{FF2B5EF4-FFF2-40B4-BE49-F238E27FC236}">
                <a16:creationId xmlns:a16="http://schemas.microsoft.com/office/drawing/2014/main" id="{A580C7A2-F94C-20DF-8003-2A3B951480F2}"/>
              </a:ext>
            </a:extLst>
          </p:cNvPr>
          <p:cNvSpPr/>
          <p:nvPr/>
        </p:nvSpPr>
        <p:spPr>
          <a:xfrm>
            <a:off x="4638558" y="1197430"/>
            <a:ext cx="1457442" cy="625642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合法？</a:t>
            </a: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7238977-E78F-21CC-7F72-EB191F39398A}"/>
              </a:ext>
            </a:extLst>
          </p:cNvPr>
          <p:cNvCxnSpPr>
            <a:cxnSpLocks/>
            <a:stCxn id="20" idx="1"/>
          </p:cNvCxnSpPr>
          <p:nvPr/>
        </p:nvCxnSpPr>
        <p:spPr>
          <a:xfrm rot="10800000" flipV="1">
            <a:off x="354062" y="1510250"/>
            <a:ext cx="4284497" cy="4550225"/>
          </a:xfrm>
          <a:prstGeom prst="bentConnector2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菱形 28">
            <a:extLst>
              <a:ext uri="{FF2B5EF4-FFF2-40B4-BE49-F238E27FC236}">
                <a16:creationId xmlns:a16="http://schemas.microsoft.com/office/drawing/2014/main" id="{13D479F5-0315-E9F6-13D8-26FBB37128DE}"/>
              </a:ext>
            </a:extLst>
          </p:cNvPr>
          <p:cNvSpPr/>
          <p:nvPr/>
        </p:nvSpPr>
        <p:spPr>
          <a:xfrm>
            <a:off x="4594728" y="2181403"/>
            <a:ext cx="1619952" cy="718781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编号：起点</a:t>
            </a:r>
            <a:r>
              <a:rPr lang="en-US" altLang="zh-CN" sz="1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zh-CN" altLang="en-US" sz="1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终点？</a:t>
            </a:r>
          </a:p>
        </p:txBody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BFBCA4B9-0096-91AA-8F9C-06648E22365F}"/>
              </a:ext>
            </a:extLst>
          </p:cNvPr>
          <p:cNvSpPr/>
          <p:nvPr/>
        </p:nvSpPr>
        <p:spPr>
          <a:xfrm>
            <a:off x="2265402" y="2227972"/>
            <a:ext cx="1457442" cy="625642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内环更近？</a:t>
            </a:r>
          </a:p>
        </p:txBody>
      </p:sp>
      <p:sp>
        <p:nvSpPr>
          <p:cNvPr id="43" name="菱形 42">
            <a:extLst>
              <a:ext uri="{FF2B5EF4-FFF2-40B4-BE49-F238E27FC236}">
                <a16:creationId xmlns:a16="http://schemas.microsoft.com/office/drawing/2014/main" id="{A580C7A2-F94C-20DF-8003-2A3B951480F2}"/>
              </a:ext>
            </a:extLst>
          </p:cNvPr>
          <p:cNvSpPr/>
          <p:nvPr/>
        </p:nvSpPr>
        <p:spPr>
          <a:xfrm>
            <a:off x="7086564" y="2227972"/>
            <a:ext cx="1457442" cy="625642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外环更近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45" name="平行四边形 44">
            <a:extLst>
              <a:ext uri="{FF2B5EF4-FFF2-40B4-BE49-F238E27FC236}">
                <a16:creationId xmlns:a16="http://schemas.microsoft.com/office/drawing/2014/main" id="{F0C85EFD-1737-2F35-057E-AE644A07573F}"/>
              </a:ext>
            </a:extLst>
          </p:cNvPr>
          <p:cNvSpPr/>
          <p:nvPr/>
        </p:nvSpPr>
        <p:spPr>
          <a:xfrm>
            <a:off x="103532" y="6060478"/>
            <a:ext cx="1257755" cy="545309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无效输入</a:t>
            </a:r>
            <a:endParaRPr lang="en-US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报错退出</a:t>
            </a: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9FEE4B62-50E4-C4B5-DFAA-75CE75BFD78B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 flipV="1">
            <a:off x="1020188" y="2540793"/>
            <a:ext cx="1245214" cy="1030546"/>
          </a:xfrm>
          <a:prstGeom prst="bentConnector3">
            <a:avLst>
              <a:gd name="adj1" fmla="val 99321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0" name="平行四边形 69">
            <a:extLst>
              <a:ext uri="{FF2B5EF4-FFF2-40B4-BE49-F238E27FC236}">
                <a16:creationId xmlns:a16="http://schemas.microsoft.com/office/drawing/2014/main" id="{C725C4D3-E8C1-DF20-C764-3F79C6BFEB11}"/>
              </a:ext>
            </a:extLst>
          </p:cNvPr>
          <p:cNvSpPr/>
          <p:nvPr/>
        </p:nvSpPr>
        <p:spPr>
          <a:xfrm>
            <a:off x="413768" y="3571340"/>
            <a:ext cx="1357882" cy="656901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输出外环第一段（起点</a:t>
            </a:r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原点）</a:t>
            </a:r>
          </a:p>
        </p:txBody>
      </p:sp>
      <p:sp>
        <p:nvSpPr>
          <p:cNvPr id="73" name="平行四边形 72">
            <a:extLst>
              <a:ext uri="{FF2B5EF4-FFF2-40B4-BE49-F238E27FC236}">
                <a16:creationId xmlns:a16="http://schemas.microsoft.com/office/drawing/2014/main" id="{BBF8A51C-06BF-1CFA-26FE-5E01B8BD40CB}"/>
              </a:ext>
            </a:extLst>
          </p:cNvPr>
          <p:cNvSpPr/>
          <p:nvPr/>
        </p:nvSpPr>
        <p:spPr>
          <a:xfrm>
            <a:off x="413768" y="4833006"/>
            <a:ext cx="1435658" cy="656901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输出外环第二段（原点</a:t>
            </a:r>
            <a:r>
              <a:rPr lang="en-US" altLang="zh-CN" sz="1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终点）</a:t>
            </a:r>
          </a:p>
        </p:txBody>
      </p:sp>
      <p:sp>
        <p:nvSpPr>
          <p:cNvPr id="74" name="平行四边形 73">
            <a:extLst>
              <a:ext uri="{FF2B5EF4-FFF2-40B4-BE49-F238E27FC236}">
                <a16:creationId xmlns:a16="http://schemas.microsoft.com/office/drawing/2014/main" id="{1DA88F18-AC74-ACDF-FDD4-B51D478406E2}"/>
              </a:ext>
            </a:extLst>
          </p:cNvPr>
          <p:cNvSpPr/>
          <p:nvPr/>
        </p:nvSpPr>
        <p:spPr>
          <a:xfrm>
            <a:off x="9003615" y="3711550"/>
            <a:ext cx="1357882" cy="656901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输出内环第一段（起点</a:t>
            </a:r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原点）</a:t>
            </a:r>
          </a:p>
        </p:txBody>
      </p:sp>
      <p:sp>
        <p:nvSpPr>
          <p:cNvPr id="75" name="平行四边形 74">
            <a:extLst>
              <a:ext uri="{FF2B5EF4-FFF2-40B4-BE49-F238E27FC236}">
                <a16:creationId xmlns:a16="http://schemas.microsoft.com/office/drawing/2014/main" id="{BBC8F56D-07DA-94B8-BD16-1CA03001FE7F}"/>
              </a:ext>
            </a:extLst>
          </p:cNvPr>
          <p:cNvSpPr/>
          <p:nvPr/>
        </p:nvSpPr>
        <p:spPr>
          <a:xfrm>
            <a:off x="9003615" y="4833006"/>
            <a:ext cx="1357882" cy="656901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输出内环第一段（起点</a:t>
            </a:r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原点）</a:t>
            </a:r>
          </a:p>
        </p:txBody>
      </p: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975A398C-DF71-A3FC-D670-B80FEB6A7D15}"/>
              </a:ext>
            </a:extLst>
          </p:cNvPr>
          <p:cNvCxnSpPr>
            <a:cxnSpLocks/>
            <a:stCxn id="43" idx="3"/>
            <a:endCxn id="74" idx="1"/>
          </p:cNvCxnSpPr>
          <p:nvPr/>
        </p:nvCxnSpPr>
        <p:spPr>
          <a:xfrm>
            <a:off x="8544006" y="2540793"/>
            <a:ext cx="1220663" cy="1170757"/>
          </a:xfrm>
          <a:prstGeom prst="bentConnector2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65D3A633-9458-32D1-6A33-96D71A3F766B}"/>
              </a:ext>
            </a:extLst>
          </p:cNvPr>
          <p:cNvCxnSpPr>
            <a:cxnSpLocks/>
          </p:cNvCxnSpPr>
          <p:nvPr/>
        </p:nvCxnSpPr>
        <p:spPr>
          <a:xfrm flipH="1">
            <a:off x="5837035" y="4034476"/>
            <a:ext cx="3218054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F6190CF2-BCB4-C595-DD62-2E0C89B11330}"/>
              </a:ext>
            </a:extLst>
          </p:cNvPr>
          <p:cNvCxnSpPr>
            <a:cxnSpLocks/>
            <a:stCxn id="42" idx="2"/>
            <a:endCxn id="95" idx="1"/>
          </p:cNvCxnSpPr>
          <p:nvPr/>
        </p:nvCxnSpPr>
        <p:spPr>
          <a:xfrm>
            <a:off x="2994123" y="2853614"/>
            <a:ext cx="5507" cy="299457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5" name="平行四边形 94">
            <a:extLst>
              <a:ext uri="{FF2B5EF4-FFF2-40B4-BE49-F238E27FC236}">
                <a16:creationId xmlns:a16="http://schemas.microsoft.com/office/drawing/2014/main" id="{E8576CA3-3C0B-8788-C481-E5F05AD689B6}"/>
              </a:ext>
            </a:extLst>
          </p:cNvPr>
          <p:cNvSpPr/>
          <p:nvPr/>
        </p:nvSpPr>
        <p:spPr>
          <a:xfrm>
            <a:off x="2030512" y="3153071"/>
            <a:ext cx="1831298" cy="427755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输出内环路线</a:t>
            </a:r>
          </a:p>
        </p:txBody>
      </p:sp>
      <p:sp>
        <p:nvSpPr>
          <p:cNvPr id="96" name="平行四边形 95">
            <a:extLst>
              <a:ext uri="{FF2B5EF4-FFF2-40B4-BE49-F238E27FC236}">
                <a16:creationId xmlns:a16="http://schemas.microsoft.com/office/drawing/2014/main" id="{93EB8FB8-6522-C3B6-6FB2-D5D167D3B539}"/>
              </a:ext>
            </a:extLst>
          </p:cNvPr>
          <p:cNvSpPr/>
          <p:nvPr/>
        </p:nvSpPr>
        <p:spPr>
          <a:xfrm>
            <a:off x="6957367" y="3173030"/>
            <a:ext cx="1739729" cy="427755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输出外环路线</a:t>
            </a: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022AB389-9CF8-095B-E00E-C9AC5CFB3321}"/>
              </a:ext>
            </a:extLst>
          </p:cNvPr>
          <p:cNvCxnSpPr>
            <a:cxnSpLocks/>
            <a:stCxn id="95" idx="2"/>
            <a:endCxn id="133" idx="1"/>
          </p:cNvCxnSpPr>
          <p:nvPr/>
        </p:nvCxnSpPr>
        <p:spPr>
          <a:xfrm>
            <a:off x="3808341" y="3366949"/>
            <a:ext cx="591399" cy="743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1" name="矩形 130">
            <a:extLst>
              <a:ext uri="{FF2B5EF4-FFF2-40B4-BE49-F238E27FC236}">
                <a16:creationId xmlns:a16="http://schemas.microsoft.com/office/drawing/2014/main" id="{8B590069-60D1-2B42-E4F5-77A107B67F5D}"/>
              </a:ext>
            </a:extLst>
          </p:cNvPr>
          <p:cNvSpPr/>
          <p:nvPr/>
        </p:nvSpPr>
        <p:spPr>
          <a:xfrm>
            <a:off x="2303145" y="4991496"/>
            <a:ext cx="1935079" cy="388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累加路程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1615718-8D5B-92BF-60B8-285D1AA829DE}"/>
              </a:ext>
            </a:extLst>
          </p:cNvPr>
          <p:cNvSpPr/>
          <p:nvPr/>
        </p:nvSpPr>
        <p:spPr>
          <a:xfrm>
            <a:off x="6626014" y="4982870"/>
            <a:ext cx="1935079" cy="388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累加路程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8B590069-60D1-2B42-E4F5-77A107B67F5D}"/>
              </a:ext>
            </a:extLst>
          </p:cNvPr>
          <p:cNvSpPr/>
          <p:nvPr/>
        </p:nvSpPr>
        <p:spPr>
          <a:xfrm>
            <a:off x="4399740" y="3180224"/>
            <a:ext cx="1935079" cy="388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累加路程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B590069-60D1-2B42-E4F5-77A107B67F5D}"/>
              </a:ext>
            </a:extLst>
          </p:cNvPr>
          <p:cNvSpPr/>
          <p:nvPr/>
        </p:nvSpPr>
        <p:spPr>
          <a:xfrm>
            <a:off x="413768" y="4368451"/>
            <a:ext cx="1277528" cy="2461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累加路程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8B590069-60D1-2B42-E4F5-77A107B67F5D}"/>
              </a:ext>
            </a:extLst>
          </p:cNvPr>
          <p:cNvSpPr/>
          <p:nvPr/>
        </p:nvSpPr>
        <p:spPr>
          <a:xfrm>
            <a:off x="9055089" y="4488111"/>
            <a:ext cx="1281535" cy="1750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累加路程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D7E281E9-9FD5-FEE2-F70C-8C0A8F08BEEF}"/>
              </a:ext>
            </a:extLst>
          </p:cNvPr>
          <p:cNvSpPr txBox="1"/>
          <p:nvPr/>
        </p:nvSpPr>
        <p:spPr>
          <a:xfrm>
            <a:off x="1691296" y="1067823"/>
            <a:ext cx="1647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23AB948-8CC2-6CF1-8B84-E97E024AF333}"/>
              </a:ext>
            </a:extLst>
          </p:cNvPr>
          <p:cNvSpPr txBox="1"/>
          <p:nvPr/>
        </p:nvSpPr>
        <p:spPr>
          <a:xfrm>
            <a:off x="4551243" y="1813766"/>
            <a:ext cx="596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02E3BD4C-B1D1-ED1A-7147-2F091291B030}"/>
              </a:ext>
            </a:extLst>
          </p:cNvPr>
          <p:cNvSpPr txBox="1"/>
          <p:nvPr/>
        </p:nvSpPr>
        <p:spPr>
          <a:xfrm>
            <a:off x="2068674" y="2791182"/>
            <a:ext cx="892428" cy="374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4" name="文本框 151">
            <a:extLst>
              <a:ext uri="{FF2B5EF4-FFF2-40B4-BE49-F238E27FC236}">
                <a16:creationId xmlns:a16="http://schemas.microsoft.com/office/drawing/2014/main" id="{A23AB948-8CC2-6CF1-8B84-E97E024AF333}"/>
              </a:ext>
            </a:extLst>
          </p:cNvPr>
          <p:cNvSpPr txBox="1"/>
          <p:nvPr/>
        </p:nvSpPr>
        <p:spPr>
          <a:xfrm>
            <a:off x="6715755" y="2773812"/>
            <a:ext cx="789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C9D9D6B3-49E6-FA6E-CC66-9E9F78DFFA85}"/>
              </a:ext>
            </a:extLst>
          </p:cNvPr>
          <p:cNvSpPr txBox="1"/>
          <p:nvPr/>
        </p:nvSpPr>
        <p:spPr>
          <a:xfrm>
            <a:off x="1052532" y="2134914"/>
            <a:ext cx="1647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6" name="文本框 150">
            <a:extLst>
              <a:ext uri="{FF2B5EF4-FFF2-40B4-BE49-F238E27FC236}">
                <a16:creationId xmlns:a16="http://schemas.microsoft.com/office/drawing/2014/main" id="{D7E281E9-9FD5-FEE2-F70C-8C0A8F08BEEF}"/>
              </a:ext>
            </a:extLst>
          </p:cNvPr>
          <p:cNvSpPr txBox="1"/>
          <p:nvPr/>
        </p:nvSpPr>
        <p:spPr>
          <a:xfrm>
            <a:off x="8180023" y="2144836"/>
            <a:ext cx="1647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DAA0FC04-900F-9A80-3A1C-CB68947389E4}"/>
              </a:ext>
            </a:extLst>
          </p:cNvPr>
          <p:cNvSpPr txBox="1"/>
          <p:nvPr/>
        </p:nvSpPr>
        <p:spPr>
          <a:xfrm>
            <a:off x="6303386" y="2134914"/>
            <a:ext cx="43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8" name="文本框 151">
            <a:extLst>
              <a:ext uri="{FF2B5EF4-FFF2-40B4-BE49-F238E27FC236}">
                <a16:creationId xmlns:a16="http://schemas.microsoft.com/office/drawing/2014/main" id="{A23AB948-8CC2-6CF1-8B84-E97E024AF333}"/>
              </a:ext>
            </a:extLst>
          </p:cNvPr>
          <p:cNvSpPr txBox="1"/>
          <p:nvPr/>
        </p:nvSpPr>
        <p:spPr>
          <a:xfrm>
            <a:off x="3469388" y="2123761"/>
            <a:ext cx="1647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C0F6A5CF-293A-E2D9-AA0E-226DFEE9BA31}"/>
              </a:ext>
            </a:extLst>
          </p:cNvPr>
          <p:cNvSpPr/>
          <p:nvPr/>
        </p:nvSpPr>
        <p:spPr>
          <a:xfrm rot="5400000">
            <a:off x="4501675" y="4412093"/>
            <a:ext cx="1935079" cy="76560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Express</a:t>
            </a:r>
            <a:endParaRPr lang="zh-CN" altLang="en-US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3C37BD6-C09D-B8E2-E2D7-587B115FB003}"/>
              </a:ext>
            </a:extLst>
          </p:cNvPr>
          <p:cNvCxnSpPr>
            <a:cxnSpLocks/>
            <a:stCxn id="96" idx="5"/>
            <a:endCxn id="133" idx="3"/>
          </p:cNvCxnSpPr>
          <p:nvPr/>
        </p:nvCxnSpPr>
        <p:spPr>
          <a:xfrm flipH="1" flipV="1">
            <a:off x="6334819" y="3374380"/>
            <a:ext cx="676017" cy="12528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DA8F734-B4F3-86AB-0473-17E458455923}"/>
              </a:ext>
            </a:extLst>
          </p:cNvPr>
          <p:cNvCxnSpPr>
            <a:cxnSpLocks/>
          </p:cNvCxnSpPr>
          <p:nvPr/>
        </p:nvCxnSpPr>
        <p:spPr>
          <a:xfrm flipH="1">
            <a:off x="5355332" y="3580826"/>
            <a:ext cx="3956" cy="26775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EC0D6CD5-0182-A666-9847-E8FA3FBA7940}"/>
              </a:ext>
            </a:extLst>
          </p:cNvPr>
          <p:cNvSpPr/>
          <p:nvPr/>
        </p:nvSpPr>
        <p:spPr>
          <a:xfrm>
            <a:off x="3932608" y="21781"/>
            <a:ext cx="3155711" cy="844493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Fare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函数调用累加路程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dis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D932DE8-0FE0-4EBF-FD02-DA76FB42694B}"/>
              </a:ext>
            </a:extLst>
          </p:cNvPr>
          <p:cNvCxnSpPr>
            <a:cxnSpLocks/>
            <a:stCxn id="2" idx="4"/>
          </p:cNvCxnSpPr>
          <p:nvPr/>
        </p:nvCxnSpPr>
        <p:spPr>
          <a:xfrm flipH="1">
            <a:off x="5510463" y="866274"/>
            <a:ext cx="1" cy="501888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菱形 7">
            <a:extLst>
              <a:ext uri="{FF2B5EF4-FFF2-40B4-BE49-F238E27FC236}">
                <a16:creationId xmlns:a16="http://schemas.microsoft.com/office/drawing/2014/main" id="{25013F19-A453-1506-EEB4-A8A316BEFFD9}"/>
              </a:ext>
            </a:extLst>
          </p:cNvPr>
          <p:cNvSpPr/>
          <p:nvPr/>
        </p:nvSpPr>
        <p:spPr>
          <a:xfrm>
            <a:off x="4466700" y="1368162"/>
            <a:ext cx="2087526" cy="1462901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路程折算票价</a:t>
            </a:r>
          </a:p>
        </p:txBody>
      </p:sp>
      <p:sp>
        <p:nvSpPr>
          <p:cNvPr id="31" name="平行四边形 30">
            <a:extLst>
              <a:ext uri="{FF2B5EF4-FFF2-40B4-BE49-F238E27FC236}">
                <a16:creationId xmlns:a16="http://schemas.microsoft.com/office/drawing/2014/main" id="{EC0D6CD5-0182-A666-9847-E8FA3FBA7940}"/>
              </a:ext>
            </a:extLst>
          </p:cNvPr>
          <p:cNvSpPr/>
          <p:nvPr/>
        </p:nvSpPr>
        <p:spPr>
          <a:xfrm>
            <a:off x="1783858" y="3747683"/>
            <a:ext cx="89605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</a:t>
            </a:r>
          </a:p>
        </p:txBody>
      </p:sp>
      <p:sp>
        <p:nvSpPr>
          <p:cNvPr id="32" name="平行四边形 31">
            <a:extLst>
              <a:ext uri="{FF2B5EF4-FFF2-40B4-BE49-F238E27FC236}">
                <a16:creationId xmlns:a16="http://schemas.microsoft.com/office/drawing/2014/main" id="{EC0D6CD5-0182-A666-9847-E8FA3FBA7940}"/>
              </a:ext>
            </a:extLst>
          </p:cNvPr>
          <p:cNvSpPr/>
          <p:nvPr/>
        </p:nvSpPr>
        <p:spPr>
          <a:xfrm>
            <a:off x="5627354" y="3747683"/>
            <a:ext cx="89605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</a:t>
            </a:r>
          </a:p>
        </p:txBody>
      </p:sp>
      <p:sp>
        <p:nvSpPr>
          <p:cNvPr id="33" name="平行四边形 32">
            <a:extLst>
              <a:ext uri="{FF2B5EF4-FFF2-40B4-BE49-F238E27FC236}">
                <a16:creationId xmlns:a16="http://schemas.microsoft.com/office/drawing/2014/main" id="{EC0D6CD5-0182-A666-9847-E8FA3FBA7940}"/>
              </a:ext>
            </a:extLst>
          </p:cNvPr>
          <p:cNvSpPr/>
          <p:nvPr/>
        </p:nvSpPr>
        <p:spPr>
          <a:xfrm>
            <a:off x="4344384" y="3747683"/>
            <a:ext cx="89605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</a:t>
            </a:r>
          </a:p>
        </p:txBody>
      </p:sp>
      <p:sp>
        <p:nvSpPr>
          <p:cNvPr id="34" name="平行四边形 33">
            <a:extLst>
              <a:ext uri="{FF2B5EF4-FFF2-40B4-BE49-F238E27FC236}">
                <a16:creationId xmlns:a16="http://schemas.microsoft.com/office/drawing/2014/main" id="{EC0D6CD5-0182-A666-9847-E8FA3FBA7940}"/>
              </a:ext>
            </a:extLst>
          </p:cNvPr>
          <p:cNvSpPr/>
          <p:nvPr/>
        </p:nvSpPr>
        <p:spPr>
          <a:xfrm>
            <a:off x="3031717" y="3747683"/>
            <a:ext cx="89605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</a:t>
            </a:r>
          </a:p>
        </p:txBody>
      </p:sp>
      <p:sp>
        <p:nvSpPr>
          <p:cNvPr id="37" name="平行四边形 36">
            <a:extLst>
              <a:ext uri="{FF2B5EF4-FFF2-40B4-BE49-F238E27FC236}">
                <a16:creationId xmlns:a16="http://schemas.microsoft.com/office/drawing/2014/main" id="{15B28D47-5621-8882-A5EB-668555586531}"/>
              </a:ext>
            </a:extLst>
          </p:cNvPr>
          <p:cNvSpPr/>
          <p:nvPr/>
        </p:nvSpPr>
        <p:spPr>
          <a:xfrm>
            <a:off x="7016370" y="3747683"/>
            <a:ext cx="89605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</a:t>
            </a: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EC0D6CD5-0182-A666-9847-E8FA3FBA7940}"/>
              </a:ext>
            </a:extLst>
          </p:cNvPr>
          <p:cNvSpPr/>
          <p:nvPr/>
        </p:nvSpPr>
        <p:spPr>
          <a:xfrm>
            <a:off x="8405386" y="3747683"/>
            <a:ext cx="89605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793F4428-EE19-D0DD-75C4-3BC0197C3ADC}"/>
              </a:ext>
            </a:extLst>
          </p:cNvPr>
          <p:cNvCxnSpPr>
            <a:stCxn id="8" idx="1"/>
            <a:endCxn id="31" idx="0"/>
          </p:cNvCxnSpPr>
          <p:nvPr/>
        </p:nvCxnSpPr>
        <p:spPr>
          <a:xfrm rot="10800000" flipV="1">
            <a:off x="2231886" y="2099613"/>
            <a:ext cx="2234815" cy="1648070"/>
          </a:xfrm>
          <a:prstGeom prst="bentConnector2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19E57319-9A8C-E681-C229-B431C78A92BF}"/>
              </a:ext>
            </a:extLst>
          </p:cNvPr>
          <p:cNvCxnSpPr>
            <a:cxnSpLocks/>
          </p:cNvCxnSpPr>
          <p:nvPr/>
        </p:nvCxnSpPr>
        <p:spPr>
          <a:xfrm>
            <a:off x="6554226" y="2099612"/>
            <a:ext cx="2299187" cy="1581793"/>
          </a:xfrm>
          <a:prstGeom prst="bentConnector3">
            <a:avLst>
              <a:gd name="adj1" fmla="val 99938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748D855-115E-F430-65C7-2A8D6AA79FF0}"/>
              </a:ext>
            </a:extLst>
          </p:cNvPr>
          <p:cNvCxnSpPr>
            <a:cxnSpLocks/>
            <a:endCxn id="34" idx="1"/>
          </p:cNvCxnSpPr>
          <p:nvPr/>
        </p:nvCxnSpPr>
        <p:spPr>
          <a:xfrm flipH="1">
            <a:off x="3547668" y="2246672"/>
            <a:ext cx="1125168" cy="150101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D932DE8-0FE0-4EBF-FD02-DA76FB42694B}"/>
              </a:ext>
            </a:extLst>
          </p:cNvPr>
          <p:cNvCxnSpPr>
            <a:cxnSpLocks/>
          </p:cNvCxnSpPr>
          <p:nvPr/>
        </p:nvCxnSpPr>
        <p:spPr>
          <a:xfrm>
            <a:off x="5095660" y="2538867"/>
            <a:ext cx="0" cy="120881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D932DE8-0FE0-4EBF-FD02-DA76FB42694B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6075380" y="2412786"/>
            <a:ext cx="1" cy="1334897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D932DE8-0FE0-4EBF-FD02-DA76FB42694B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6395071" y="2235690"/>
            <a:ext cx="1137250" cy="1511993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文本框 150">
            <a:extLst>
              <a:ext uri="{FF2B5EF4-FFF2-40B4-BE49-F238E27FC236}">
                <a16:creationId xmlns:a16="http://schemas.microsoft.com/office/drawing/2014/main" id="{D7E281E9-9FD5-FEE2-F70C-8C0A8F08BEEF}"/>
              </a:ext>
            </a:extLst>
          </p:cNvPr>
          <p:cNvSpPr txBox="1"/>
          <p:nvPr/>
        </p:nvSpPr>
        <p:spPr>
          <a:xfrm>
            <a:off x="2463068" y="1678171"/>
            <a:ext cx="1647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dis:0-6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150">
            <a:extLst>
              <a:ext uri="{FF2B5EF4-FFF2-40B4-BE49-F238E27FC236}">
                <a16:creationId xmlns:a16="http://schemas.microsoft.com/office/drawing/2014/main" id="{D7E281E9-9FD5-FEE2-F70C-8C0A8F08BEEF}"/>
              </a:ext>
            </a:extLst>
          </p:cNvPr>
          <p:cNvSpPr txBox="1"/>
          <p:nvPr/>
        </p:nvSpPr>
        <p:spPr>
          <a:xfrm rot="18349157">
            <a:off x="3022673" y="2834255"/>
            <a:ext cx="1647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dis:6-11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454DF3-4772-C2A6-C42B-6F7B308B8313}"/>
              </a:ext>
            </a:extLst>
          </p:cNvPr>
          <p:cNvSpPr txBox="1"/>
          <p:nvPr/>
        </p:nvSpPr>
        <p:spPr>
          <a:xfrm>
            <a:off x="4155698" y="3154540"/>
            <a:ext cx="13175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dis:11-17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F063A4-392A-22A7-FFD5-5024E392254E}"/>
              </a:ext>
            </a:extLst>
          </p:cNvPr>
          <p:cNvSpPr txBox="1"/>
          <p:nvPr/>
        </p:nvSpPr>
        <p:spPr>
          <a:xfrm>
            <a:off x="4772730" y="3120727"/>
            <a:ext cx="1691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dis:17-24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1A8A6A-6D0A-BBB3-9DCA-A06DF827577C}"/>
              </a:ext>
            </a:extLst>
          </p:cNvPr>
          <p:cNvSpPr txBox="1"/>
          <p:nvPr/>
        </p:nvSpPr>
        <p:spPr>
          <a:xfrm rot="3169889">
            <a:off x="6404913" y="2695320"/>
            <a:ext cx="1691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dis:24-32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FE2828-E8B0-B8D5-6162-DD35C8B686F5}"/>
              </a:ext>
            </a:extLst>
          </p:cNvPr>
          <p:cNvSpPr txBox="1"/>
          <p:nvPr/>
        </p:nvSpPr>
        <p:spPr>
          <a:xfrm>
            <a:off x="6963696" y="1678170"/>
            <a:ext cx="2023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dis:32+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947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A93C526-820F-73DA-B3F5-5C884DB9FF08}"/>
              </a:ext>
            </a:extLst>
          </p:cNvPr>
          <p:cNvCxnSpPr>
            <a:cxnSpLocks/>
          </p:cNvCxnSpPr>
          <p:nvPr/>
        </p:nvCxnSpPr>
        <p:spPr>
          <a:xfrm>
            <a:off x="5303329" y="663296"/>
            <a:ext cx="0" cy="55753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58BAEC8-0538-E312-6D69-EDF1C1DEC3A1}"/>
              </a:ext>
            </a:extLst>
          </p:cNvPr>
          <p:cNvCxnSpPr>
            <a:cxnSpLocks/>
          </p:cNvCxnSpPr>
          <p:nvPr/>
        </p:nvCxnSpPr>
        <p:spPr>
          <a:xfrm>
            <a:off x="5885953" y="2490748"/>
            <a:ext cx="585967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58BAEC8-0538-E312-6D69-EDF1C1DEC3A1}"/>
              </a:ext>
            </a:extLst>
          </p:cNvPr>
          <p:cNvCxnSpPr>
            <a:cxnSpLocks/>
          </p:cNvCxnSpPr>
          <p:nvPr/>
        </p:nvCxnSpPr>
        <p:spPr>
          <a:xfrm flipH="1">
            <a:off x="5298287" y="2760596"/>
            <a:ext cx="2521" cy="456093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58BAEC8-0538-E312-6D69-EDF1C1DEC3A1}"/>
              </a:ext>
            </a:extLst>
          </p:cNvPr>
          <p:cNvCxnSpPr>
            <a:cxnSpLocks/>
          </p:cNvCxnSpPr>
          <p:nvPr/>
        </p:nvCxnSpPr>
        <p:spPr>
          <a:xfrm>
            <a:off x="5295767" y="3837842"/>
            <a:ext cx="2520" cy="45564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58BAEC8-0538-E312-6D69-EDF1C1DEC3A1}"/>
              </a:ext>
            </a:extLst>
          </p:cNvPr>
          <p:cNvCxnSpPr>
            <a:cxnSpLocks/>
          </p:cNvCxnSpPr>
          <p:nvPr/>
        </p:nvCxnSpPr>
        <p:spPr>
          <a:xfrm>
            <a:off x="6024239" y="3525021"/>
            <a:ext cx="813441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58BAEC8-0538-E312-6D69-EDF1C1DEC3A1}"/>
              </a:ext>
            </a:extLst>
          </p:cNvPr>
          <p:cNvCxnSpPr>
            <a:cxnSpLocks/>
          </p:cNvCxnSpPr>
          <p:nvPr/>
        </p:nvCxnSpPr>
        <p:spPr>
          <a:xfrm>
            <a:off x="5303329" y="1846468"/>
            <a:ext cx="0" cy="37258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菱形 9">
            <a:extLst>
              <a:ext uri="{FF2B5EF4-FFF2-40B4-BE49-F238E27FC236}">
                <a16:creationId xmlns:a16="http://schemas.microsoft.com/office/drawing/2014/main" id="{0CC5DE91-CF34-5333-8650-710424DE8915}"/>
              </a:ext>
            </a:extLst>
          </p:cNvPr>
          <p:cNvSpPr/>
          <p:nvPr/>
        </p:nvSpPr>
        <p:spPr>
          <a:xfrm>
            <a:off x="4579288" y="1220826"/>
            <a:ext cx="1457442" cy="625642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合法</a:t>
            </a:r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？（</a:t>
            </a:r>
            <a:r>
              <a:rPr lang="en-US" altLang="zh-CN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CHECKSINGLE</a:t>
            </a:r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7194E43C-9572-18C8-4B9A-8AF639D79712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632522" y="1533646"/>
            <a:ext cx="3946767" cy="3327107"/>
          </a:xfrm>
          <a:prstGeom prst="bentConnector3">
            <a:avLst>
              <a:gd name="adj1" fmla="val 100169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10CC5FAA-2345-AA09-C618-0A72016F45B4}"/>
              </a:ext>
            </a:extLst>
          </p:cNvPr>
          <p:cNvSpPr/>
          <p:nvPr/>
        </p:nvSpPr>
        <p:spPr>
          <a:xfrm>
            <a:off x="141055" y="4880304"/>
            <a:ext cx="1328313" cy="444050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无效输入</a:t>
            </a:r>
            <a:endParaRPr lang="en-US" altLang="zh-CN" sz="105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报错退出</a:t>
            </a:r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6E9BDF55-B250-AC96-5F38-1494D1F5070D}"/>
              </a:ext>
            </a:extLst>
          </p:cNvPr>
          <p:cNvSpPr/>
          <p:nvPr/>
        </p:nvSpPr>
        <p:spPr>
          <a:xfrm>
            <a:off x="4387382" y="117987"/>
            <a:ext cx="1831894" cy="545309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用户输入车站</a:t>
            </a:r>
          </a:p>
        </p:txBody>
      </p:sp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49356A7A-CDFF-5564-6FAF-4765FB4715D7}"/>
              </a:ext>
            </a:extLst>
          </p:cNvPr>
          <p:cNvSpPr/>
          <p:nvPr/>
        </p:nvSpPr>
        <p:spPr>
          <a:xfrm>
            <a:off x="4636652" y="2219050"/>
            <a:ext cx="132831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站名</a:t>
            </a:r>
            <a:endParaRPr lang="en-US" altLang="zh-CN" sz="105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首末班车</a:t>
            </a:r>
            <a:endParaRPr lang="en-US" altLang="zh-CN" sz="105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0F6A5CF-293A-E2D9-AA0E-226DFEE9BA31}"/>
              </a:ext>
            </a:extLst>
          </p:cNvPr>
          <p:cNvSpPr/>
          <p:nvPr/>
        </p:nvSpPr>
        <p:spPr>
          <a:xfrm>
            <a:off x="6471920" y="2219050"/>
            <a:ext cx="1120159" cy="6054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Express</a:t>
            </a:r>
            <a:endParaRPr lang="zh-CN" altLang="en-US" sz="105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AC1D147E-204A-A66B-07FF-A8384DE89D2F}"/>
              </a:ext>
            </a:extLst>
          </p:cNvPr>
          <p:cNvSpPr/>
          <p:nvPr/>
        </p:nvSpPr>
        <p:spPr>
          <a:xfrm>
            <a:off x="4569566" y="3212200"/>
            <a:ext cx="1457442" cy="625642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是否第</a:t>
            </a:r>
            <a:r>
              <a:rPr lang="en-US" altLang="zh-CN" sz="1050" dirty="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0/32</a:t>
            </a:r>
            <a:r>
              <a:rPr lang="zh-CN" altLang="en-US" sz="1050" dirty="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站？</a:t>
            </a: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892020BB-71D6-B37A-54D3-E3A8FA42950B}"/>
              </a:ext>
            </a:extLst>
          </p:cNvPr>
          <p:cNvSpPr/>
          <p:nvPr/>
        </p:nvSpPr>
        <p:spPr>
          <a:xfrm>
            <a:off x="4631610" y="4315198"/>
            <a:ext cx="132831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输出后</a:t>
            </a:r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一站</a:t>
            </a:r>
            <a:r>
              <a:rPr lang="en-US" altLang="zh-CN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前一</a:t>
            </a:r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站名</a:t>
            </a:r>
            <a:endParaRPr lang="en-US" altLang="zh-CN" sz="105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1BC45F37-6F27-C100-EF6C-4DFFC16B1785}"/>
              </a:ext>
            </a:extLst>
          </p:cNvPr>
          <p:cNvSpPr/>
          <p:nvPr/>
        </p:nvSpPr>
        <p:spPr>
          <a:xfrm>
            <a:off x="6776564" y="3227230"/>
            <a:ext cx="132831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输出第</a:t>
            </a:r>
            <a:r>
              <a:rPr lang="en-US" altLang="zh-CN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站</a:t>
            </a:r>
            <a:r>
              <a:rPr lang="en-US" altLang="zh-CN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05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站名</a:t>
            </a:r>
            <a:endParaRPr lang="en-US" altLang="zh-CN" sz="105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3202301-F487-8B3F-F8D1-7A1A2B589CB5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3764280" y="3525021"/>
            <a:ext cx="805286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平行四边形 29">
            <a:extLst>
              <a:ext uri="{FF2B5EF4-FFF2-40B4-BE49-F238E27FC236}">
                <a16:creationId xmlns:a16="http://schemas.microsoft.com/office/drawing/2014/main" id="{013E5B6C-2AB3-90F6-A3A7-16F2BC6099B4}"/>
              </a:ext>
            </a:extLst>
          </p:cNvPr>
          <p:cNvSpPr/>
          <p:nvPr/>
        </p:nvSpPr>
        <p:spPr>
          <a:xfrm>
            <a:off x="2465790" y="3241776"/>
            <a:ext cx="1328313" cy="543396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输出第</a:t>
            </a:r>
            <a:r>
              <a:rPr lang="en-US" altLang="zh-CN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站</a:t>
            </a:r>
            <a:r>
              <a:rPr lang="en-US" altLang="zh-CN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</a:t>
            </a:r>
            <a:r>
              <a: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站名</a:t>
            </a:r>
            <a:endParaRPr lang="en-US" altLang="zh-CN" sz="105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72EDC32-1160-0097-CE69-C8BC52C5EEE3}"/>
              </a:ext>
            </a:extLst>
          </p:cNvPr>
          <p:cNvSpPr txBox="1"/>
          <p:nvPr/>
        </p:nvSpPr>
        <p:spPr>
          <a:xfrm>
            <a:off x="3058856" y="1203978"/>
            <a:ext cx="1208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文本框 14">
            <a:extLst>
              <a:ext uri="{FF2B5EF4-FFF2-40B4-BE49-F238E27FC236}">
                <a16:creationId xmlns:a16="http://schemas.microsoft.com/office/drawing/2014/main" id="{F8FC4221-5527-B98F-E867-E2FF3895B862}"/>
              </a:ext>
            </a:extLst>
          </p:cNvPr>
          <p:cNvSpPr txBox="1"/>
          <p:nvPr/>
        </p:nvSpPr>
        <p:spPr>
          <a:xfrm>
            <a:off x="5150863" y="3851179"/>
            <a:ext cx="64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文本框 31">
            <a:extLst>
              <a:ext uri="{FF2B5EF4-FFF2-40B4-BE49-F238E27FC236}">
                <a16:creationId xmlns:a16="http://schemas.microsoft.com/office/drawing/2014/main" id="{480EC57B-50C6-40B7-EADA-AF8B8AF410F2}"/>
              </a:ext>
            </a:extLst>
          </p:cNvPr>
          <p:cNvSpPr txBox="1"/>
          <p:nvPr/>
        </p:nvSpPr>
        <p:spPr>
          <a:xfrm>
            <a:off x="3821207" y="3186119"/>
            <a:ext cx="800244" cy="276999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050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第</a:t>
            </a:r>
            <a:r>
              <a:rPr lang="en-US" altLang="zh-CN" dirty="0"/>
              <a:t>32</a:t>
            </a:r>
            <a:r>
              <a:rPr lang="zh-CN" altLang="en-US" dirty="0"/>
              <a:t>站</a:t>
            </a:r>
          </a:p>
        </p:txBody>
      </p:sp>
      <p:sp>
        <p:nvSpPr>
          <p:cNvPr id="36" name="文本框 31">
            <a:extLst>
              <a:ext uri="{FF2B5EF4-FFF2-40B4-BE49-F238E27FC236}">
                <a16:creationId xmlns:a16="http://schemas.microsoft.com/office/drawing/2014/main" id="{480EC57B-50C6-40B7-EADA-AF8B8AF410F2}"/>
              </a:ext>
            </a:extLst>
          </p:cNvPr>
          <p:cNvSpPr txBox="1"/>
          <p:nvPr/>
        </p:nvSpPr>
        <p:spPr>
          <a:xfrm>
            <a:off x="6027008" y="3163584"/>
            <a:ext cx="71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站</a:t>
            </a:r>
          </a:p>
        </p:txBody>
      </p:sp>
      <p:sp>
        <p:nvSpPr>
          <p:cNvPr id="37" name="文本框 31">
            <a:extLst>
              <a:ext uri="{FF2B5EF4-FFF2-40B4-BE49-F238E27FC236}">
                <a16:creationId xmlns:a16="http://schemas.microsoft.com/office/drawing/2014/main" id="{480EC57B-50C6-40B7-EADA-AF8B8AF410F2}"/>
              </a:ext>
            </a:extLst>
          </p:cNvPr>
          <p:cNvSpPr txBox="1"/>
          <p:nvPr/>
        </p:nvSpPr>
        <p:spPr>
          <a:xfrm>
            <a:off x="4683182" y="1858461"/>
            <a:ext cx="508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95DD13-7E43-B9CC-AD77-6D03AE03CF75}"/>
              </a:ext>
            </a:extLst>
          </p:cNvPr>
          <p:cNvSpPr/>
          <p:nvPr/>
        </p:nvSpPr>
        <p:spPr>
          <a:xfrm>
            <a:off x="4877849" y="5285993"/>
            <a:ext cx="850960" cy="40080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Transfer</a:t>
            </a:r>
            <a:endParaRPr lang="zh-CN" altLang="en-US" sz="105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FD9E5F3-4F6A-557D-E435-03771389C625}"/>
              </a:ext>
            </a:extLst>
          </p:cNvPr>
          <p:cNvCxnSpPr>
            <a:cxnSpLocks/>
            <a:stCxn id="24" idx="4"/>
            <a:endCxn id="20" idx="0"/>
          </p:cNvCxnSpPr>
          <p:nvPr/>
        </p:nvCxnSpPr>
        <p:spPr>
          <a:xfrm>
            <a:off x="5295767" y="4858594"/>
            <a:ext cx="7562" cy="42739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68ECA77C-7BDD-B2CA-2EFA-A1321C4C7F2C}"/>
              </a:ext>
            </a:extLst>
          </p:cNvPr>
          <p:cNvCxnSpPr>
            <a:cxnSpLocks/>
            <a:stCxn id="25" idx="4"/>
            <a:endCxn id="20" idx="3"/>
          </p:cNvCxnSpPr>
          <p:nvPr/>
        </p:nvCxnSpPr>
        <p:spPr>
          <a:xfrm rot="5400000">
            <a:off x="5726881" y="3772554"/>
            <a:ext cx="1715769" cy="1711912"/>
          </a:xfrm>
          <a:prstGeom prst="bentConnector2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F37731D8-E188-44BE-5C25-5379094B4AEF}"/>
              </a:ext>
            </a:extLst>
          </p:cNvPr>
          <p:cNvCxnSpPr>
            <a:cxnSpLocks/>
            <a:stCxn id="30" idx="4"/>
            <a:endCxn id="20" idx="1"/>
          </p:cNvCxnSpPr>
          <p:nvPr/>
        </p:nvCxnSpPr>
        <p:spPr>
          <a:xfrm rot="16200000" flipH="1">
            <a:off x="3153287" y="3761832"/>
            <a:ext cx="1701223" cy="1747902"/>
          </a:xfrm>
          <a:prstGeom prst="bentConnector2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010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FAECF18-6EC5-8FBA-4100-4F57AD63FEB9}"/>
              </a:ext>
            </a:extLst>
          </p:cNvPr>
          <p:cNvSpPr/>
          <p:nvPr/>
        </p:nvSpPr>
        <p:spPr>
          <a:xfrm>
            <a:off x="4169569" y="91615"/>
            <a:ext cx="1831894" cy="545309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用户输入车站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94CCAD1-3300-E38D-1FB4-B9F4896580BB}"/>
              </a:ext>
            </a:extLst>
          </p:cNvPr>
          <p:cNvCxnSpPr>
            <a:cxnSpLocks/>
          </p:cNvCxnSpPr>
          <p:nvPr/>
        </p:nvCxnSpPr>
        <p:spPr>
          <a:xfrm>
            <a:off x="7281996" y="4148554"/>
            <a:ext cx="0" cy="68866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4A9B9A4-E0BC-FE75-B6ED-7B30F662607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124369" y="636924"/>
            <a:ext cx="9182" cy="55761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445F270-090A-B02E-3772-AE45DD660A6D}"/>
              </a:ext>
            </a:extLst>
          </p:cNvPr>
          <p:cNvCxnSpPr>
            <a:cxnSpLocks/>
          </p:cNvCxnSpPr>
          <p:nvPr/>
        </p:nvCxnSpPr>
        <p:spPr>
          <a:xfrm>
            <a:off x="5085516" y="2111830"/>
            <a:ext cx="0" cy="68866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8ACE1ED-74A0-ECC9-1AA5-2B9A19D61B2C}"/>
              </a:ext>
            </a:extLst>
          </p:cNvPr>
          <p:cNvCxnSpPr>
            <a:cxnSpLocks/>
          </p:cNvCxnSpPr>
          <p:nvPr/>
        </p:nvCxnSpPr>
        <p:spPr>
          <a:xfrm>
            <a:off x="5124368" y="3175918"/>
            <a:ext cx="0" cy="506163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2EDC0E4-6E9B-B881-2FAD-CE30D206F650}"/>
              </a:ext>
            </a:extLst>
          </p:cNvPr>
          <p:cNvCxnSpPr>
            <a:cxnSpLocks/>
          </p:cNvCxnSpPr>
          <p:nvPr/>
        </p:nvCxnSpPr>
        <p:spPr>
          <a:xfrm flipH="1">
            <a:off x="5627939" y="5266137"/>
            <a:ext cx="686517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713C429-7AEB-A83D-593A-55F5461EF5C5}"/>
              </a:ext>
            </a:extLst>
          </p:cNvPr>
          <p:cNvCxnSpPr>
            <a:cxnSpLocks/>
            <a:endCxn id="58" idx="1"/>
          </p:cNvCxnSpPr>
          <p:nvPr/>
        </p:nvCxnSpPr>
        <p:spPr>
          <a:xfrm flipH="1">
            <a:off x="5081370" y="4148554"/>
            <a:ext cx="4145" cy="749798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4C0FE22-C624-8BAD-9C61-0931510ED9DB}"/>
              </a:ext>
            </a:extLst>
          </p:cNvPr>
          <p:cNvCxnSpPr>
            <a:cxnSpLocks/>
          </p:cNvCxnSpPr>
          <p:nvPr/>
        </p:nvCxnSpPr>
        <p:spPr>
          <a:xfrm>
            <a:off x="7182700" y="3188807"/>
            <a:ext cx="0" cy="52385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菱形 14">
            <a:extLst>
              <a:ext uri="{FF2B5EF4-FFF2-40B4-BE49-F238E27FC236}">
                <a16:creationId xmlns:a16="http://schemas.microsoft.com/office/drawing/2014/main" id="{F52B8DF1-79DA-5132-9212-C26B70B213BC}"/>
              </a:ext>
            </a:extLst>
          </p:cNvPr>
          <p:cNvSpPr/>
          <p:nvPr/>
        </p:nvSpPr>
        <p:spPr>
          <a:xfrm>
            <a:off x="4134253" y="1194543"/>
            <a:ext cx="1998596" cy="925893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合法</a:t>
            </a:r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？（</a:t>
            </a:r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CHECK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3F80C4A9-BBE3-59F1-64A2-C855105918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31710" y="1657489"/>
            <a:ext cx="2789010" cy="2491064"/>
          </a:xfrm>
          <a:prstGeom prst="bentConnector3">
            <a:avLst>
              <a:gd name="adj1" fmla="val 100169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7767EFD4-07F3-CC55-5695-7D1A94335E8A}"/>
              </a:ext>
            </a:extLst>
          </p:cNvPr>
          <p:cNvSpPr/>
          <p:nvPr/>
        </p:nvSpPr>
        <p:spPr>
          <a:xfrm>
            <a:off x="724155" y="4148554"/>
            <a:ext cx="1320232" cy="444050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无效输入</a:t>
            </a:r>
            <a:endParaRPr lang="en-US" altLang="zh-CN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报错退出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C21C816-CEF0-F162-91FA-3B02D2CCF80A}"/>
              </a:ext>
            </a:extLst>
          </p:cNvPr>
          <p:cNvSpPr/>
          <p:nvPr/>
        </p:nvSpPr>
        <p:spPr>
          <a:xfrm>
            <a:off x="4122793" y="2800496"/>
            <a:ext cx="1935079" cy="388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单线换乘</a:t>
            </a:r>
            <a:endParaRPr lang="en-US" altLang="zh-CN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SingleTra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B3C56AA2-BCAF-880B-3DB8-0F6CE7095414}"/>
              </a:ext>
            </a:extLst>
          </p:cNvPr>
          <p:cNvSpPr/>
          <p:nvPr/>
        </p:nvSpPr>
        <p:spPr>
          <a:xfrm>
            <a:off x="4447284" y="3682081"/>
            <a:ext cx="1276461" cy="490952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输出换乘首末班信息</a:t>
            </a: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0B8CAE91-FECB-F49C-EE6D-93BD85917F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99398" y="1704473"/>
            <a:ext cx="1143006" cy="1049038"/>
          </a:xfrm>
          <a:prstGeom prst="bentConnector3">
            <a:avLst>
              <a:gd name="adj1" fmla="val -47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C2EC5A2C-C92B-DE14-67AD-DE206E2C8BD4}"/>
              </a:ext>
            </a:extLst>
          </p:cNvPr>
          <p:cNvSpPr/>
          <p:nvPr/>
        </p:nvSpPr>
        <p:spPr>
          <a:xfrm>
            <a:off x="6264971" y="2800495"/>
            <a:ext cx="1935079" cy="3883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双线换乘</a:t>
            </a:r>
            <a:endParaRPr lang="en-US" altLang="zh-CN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MultiTra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44" name="平行四边形 43">
            <a:extLst>
              <a:ext uri="{FF2B5EF4-FFF2-40B4-BE49-F238E27FC236}">
                <a16:creationId xmlns:a16="http://schemas.microsoft.com/office/drawing/2014/main" id="{2F1048B7-A48D-CE2A-1679-0F82D3C74F94}"/>
              </a:ext>
            </a:extLst>
          </p:cNvPr>
          <p:cNvSpPr/>
          <p:nvPr/>
        </p:nvSpPr>
        <p:spPr>
          <a:xfrm>
            <a:off x="6594279" y="3657602"/>
            <a:ext cx="1276461" cy="490952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用户再次输入目标线路</a:t>
            </a:r>
          </a:p>
        </p:txBody>
      </p:sp>
      <p:sp>
        <p:nvSpPr>
          <p:cNvPr id="49" name="菱形 48">
            <a:extLst>
              <a:ext uri="{FF2B5EF4-FFF2-40B4-BE49-F238E27FC236}">
                <a16:creationId xmlns:a16="http://schemas.microsoft.com/office/drawing/2014/main" id="{EC1B3612-04AB-B0D0-1E71-A3759076E4C7}"/>
              </a:ext>
            </a:extLst>
          </p:cNvPr>
          <p:cNvSpPr/>
          <p:nvPr/>
        </p:nvSpPr>
        <p:spPr>
          <a:xfrm>
            <a:off x="6314456" y="4837220"/>
            <a:ext cx="1935079" cy="857835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合法？</a:t>
            </a: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2783AD8D-E96E-7567-7D95-05CDF58BB951}"/>
              </a:ext>
            </a:extLst>
          </p:cNvPr>
          <p:cNvCxnSpPr>
            <a:cxnSpLocks/>
            <a:stCxn id="49" idx="2"/>
          </p:cNvCxnSpPr>
          <p:nvPr/>
        </p:nvCxnSpPr>
        <p:spPr>
          <a:xfrm rot="5400000" flipH="1">
            <a:off x="3755629" y="2168688"/>
            <a:ext cx="1102450" cy="5950285"/>
          </a:xfrm>
          <a:prstGeom prst="bentConnector4">
            <a:avLst>
              <a:gd name="adj1" fmla="val -74176"/>
              <a:gd name="adj2" fmla="val 10021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8" name="平行四边形 57">
            <a:extLst>
              <a:ext uri="{FF2B5EF4-FFF2-40B4-BE49-F238E27FC236}">
                <a16:creationId xmlns:a16="http://schemas.microsoft.com/office/drawing/2014/main" id="{B8C18670-1FCB-CCF0-4551-729FA5085A1A}"/>
              </a:ext>
            </a:extLst>
          </p:cNvPr>
          <p:cNvSpPr/>
          <p:nvPr/>
        </p:nvSpPr>
        <p:spPr>
          <a:xfrm>
            <a:off x="4282779" y="4898352"/>
            <a:ext cx="1440966" cy="624867"/>
          </a:xfrm>
          <a:prstGeom prst="parallelogram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可视化输出换乘信息</a:t>
            </a:r>
            <a:endParaRPr lang="en-US" altLang="zh-CN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(PRINT)</a:t>
            </a:r>
          </a:p>
        </p:txBody>
      </p:sp>
      <p:sp>
        <p:nvSpPr>
          <p:cNvPr id="59" name="文本框 31">
            <a:extLst>
              <a:ext uri="{FF2B5EF4-FFF2-40B4-BE49-F238E27FC236}">
                <a16:creationId xmlns:a16="http://schemas.microsoft.com/office/drawing/2014/main" id="{480EC57B-50C6-40B7-EADA-AF8B8AF410F2}"/>
              </a:ext>
            </a:extLst>
          </p:cNvPr>
          <p:cNvSpPr txBox="1"/>
          <p:nvPr/>
        </p:nvSpPr>
        <p:spPr>
          <a:xfrm>
            <a:off x="5729253" y="4831180"/>
            <a:ext cx="57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本框 31">
            <a:extLst>
              <a:ext uri="{FF2B5EF4-FFF2-40B4-BE49-F238E27FC236}">
                <a16:creationId xmlns:a16="http://schemas.microsoft.com/office/drawing/2014/main" id="{480EC57B-50C6-40B7-EADA-AF8B8AF410F2}"/>
              </a:ext>
            </a:extLst>
          </p:cNvPr>
          <p:cNvSpPr txBox="1"/>
          <p:nvPr/>
        </p:nvSpPr>
        <p:spPr>
          <a:xfrm>
            <a:off x="2681108" y="1238424"/>
            <a:ext cx="1208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本框 31">
            <a:extLst>
              <a:ext uri="{FF2B5EF4-FFF2-40B4-BE49-F238E27FC236}">
                <a16:creationId xmlns:a16="http://schemas.microsoft.com/office/drawing/2014/main" id="{7AC24245-93F6-48CA-2BFB-F8137BC16A5C}"/>
              </a:ext>
            </a:extLst>
          </p:cNvPr>
          <p:cNvSpPr txBox="1"/>
          <p:nvPr/>
        </p:nvSpPr>
        <p:spPr>
          <a:xfrm>
            <a:off x="6427191" y="5839910"/>
            <a:ext cx="1208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本框 31">
            <a:extLst>
              <a:ext uri="{FF2B5EF4-FFF2-40B4-BE49-F238E27FC236}">
                <a16:creationId xmlns:a16="http://schemas.microsoft.com/office/drawing/2014/main" id="{480EC57B-50C6-40B7-EADA-AF8B8AF410F2}"/>
              </a:ext>
            </a:extLst>
          </p:cNvPr>
          <p:cNvSpPr txBox="1"/>
          <p:nvPr/>
        </p:nvSpPr>
        <p:spPr>
          <a:xfrm>
            <a:off x="3890079" y="2181568"/>
            <a:ext cx="1208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计数器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=1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480A727-1FBF-7788-FBEC-52A37C896066}"/>
              </a:ext>
            </a:extLst>
          </p:cNvPr>
          <p:cNvSpPr txBox="1"/>
          <p:nvPr/>
        </p:nvSpPr>
        <p:spPr>
          <a:xfrm>
            <a:off x="6208142" y="1314863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计数器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=2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207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357</Words>
  <Application>Microsoft Office PowerPoint</Application>
  <PresentationFormat>宽屏</PresentationFormat>
  <Paragraphs>132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 Jackey</dc:creator>
  <cp:lastModifiedBy>No Jackey</cp:lastModifiedBy>
  <cp:revision>48</cp:revision>
  <dcterms:created xsi:type="dcterms:W3CDTF">2025-07-02T06:04:53Z</dcterms:created>
  <dcterms:modified xsi:type="dcterms:W3CDTF">2025-07-03T13:48:44Z</dcterms:modified>
</cp:coreProperties>
</file>